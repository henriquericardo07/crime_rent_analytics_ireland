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5" r:id="rId3"/>
    <p:sldId id="308" r:id="rId4"/>
    <p:sldId id="284" r:id="rId5"/>
    <p:sldId id="294" r:id="rId6"/>
    <p:sldId id="293" r:id="rId7"/>
    <p:sldId id="329" r:id="rId8"/>
    <p:sldId id="331" r:id="rId9"/>
    <p:sldId id="330" r:id="rId10"/>
    <p:sldId id="332" r:id="rId11"/>
    <p:sldId id="333" r:id="rId12"/>
    <p:sldId id="334" r:id="rId13"/>
    <p:sldId id="328" r:id="rId14"/>
  </p:sldIdLst>
  <p:sldSz cx="12192000" cy="6858000"/>
  <p:notesSz cx="6858000" cy="9144000"/>
  <p:custDataLst>
    <p:tags r:id="rId15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DE00"/>
    <a:srgbClr val="10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7240A-51E2-49F6-A14B-7482AE58D8A5}" v="2" dt="2025-04-14T06:08:21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Ricardo" userId="03458a60d826533a" providerId="LiveId" clId="{DA226DA3-FBD0-4FB8-811E-E32F0D519902}"/>
    <pc:docChg chg="undo custSel modSld">
      <pc:chgData name="Henrique Ricardo" userId="03458a60d826533a" providerId="LiveId" clId="{DA226DA3-FBD0-4FB8-811E-E32F0D519902}" dt="2023-04-16T14:25:54.758" v="25" actId="11529"/>
      <pc:docMkLst>
        <pc:docMk/>
      </pc:docMkLst>
      <pc:sldChg chg="addSp delSp modSp mod">
        <pc:chgData name="Henrique Ricardo" userId="03458a60d826533a" providerId="LiveId" clId="{DA226DA3-FBD0-4FB8-811E-E32F0D519902}" dt="2023-04-16T14:25:54.758" v="25" actId="11529"/>
        <pc:sldMkLst>
          <pc:docMk/>
          <pc:sldMk cId="2018864525" sldId="256"/>
        </pc:sldMkLst>
      </pc:sldChg>
    </pc:docChg>
  </pc:docChgLst>
  <pc:docChgLst>
    <pc:chgData name="Henrique Ricardo" userId="03458a60d826533a" providerId="LiveId" clId="{4AB483BE-9A4B-4692-9EB4-84FC88A3CE09}"/>
    <pc:docChg chg="custSel delSld modSld">
      <pc:chgData name="Henrique Ricardo" userId="03458a60d826533a" providerId="LiveId" clId="{4AB483BE-9A4B-4692-9EB4-84FC88A3CE09}" dt="2023-11-20T17:29:27.699" v="132" actId="20577"/>
      <pc:docMkLst>
        <pc:docMk/>
      </pc:docMkLst>
      <pc:sldChg chg="addSp delSp modSp mod">
        <pc:chgData name="Henrique Ricardo" userId="03458a60d826533a" providerId="LiveId" clId="{4AB483BE-9A4B-4692-9EB4-84FC88A3CE09}" dt="2023-11-20T17:29:27.699" v="132" actId="20577"/>
        <pc:sldMkLst>
          <pc:docMk/>
          <pc:sldMk cId="2018864525" sldId="256"/>
        </pc:sldMkLst>
      </pc:sldChg>
      <pc:sldChg chg="addSp delSp modSp mod">
        <pc:chgData name="Henrique Ricardo" userId="03458a60d826533a" providerId="LiveId" clId="{4AB483BE-9A4B-4692-9EB4-84FC88A3CE09}" dt="2023-11-20T17:25:40.002" v="94" actId="1076"/>
        <pc:sldMkLst>
          <pc:docMk/>
          <pc:sldMk cId="115362746" sldId="293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3708347057" sldId="299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3372309968" sldId="300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943312285" sldId="301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457338954" sldId="302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2496055910" sldId="303"/>
        </pc:sldMkLst>
      </pc:sldChg>
      <pc:sldChg chg="del">
        <pc:chgData name="Henrique Ricardo" userId="03458a60d826533a" providerId="LiveId" clId="{4AB483BE-9A4B-4692-9EB4-84FC88A3CE09}" dt="2023-11-20T17:26:19.262" v="95" actId="47"/>
        <pc:sldMkLst>
          <pc:docMk/>
          <pc:sldMk cId="1903998247" sldId="304"/>
        </pc:sldMkLst>
      </pc:sldChg>
    </pc:docChg>
  </pc:docChgLst>
  <pc:docChgLst>
    <pc:chgData name="Henrique Ricardo" userId="03458a60d826533a" providerId="LiveId" clId="{557C6CB1-FD20-4709-AFC3-859290D5AAAC}"/>
    <pc:docChg chg="undo redo custSel addSld delSld modSld sldOrd">
      <pc:chgData name="Henrique Ricardo" userId="03458a60d826533a" providerId="LiveId" clId="{557C6CB1-FD20-4709-AFC3-859290D5AAAC}" dt="2023-03-12T21:05:58.158" v="639"/>
      <pc:docMkLst>
        <pc:docMk/>
      </pc:docMkLst>
      <pc:sldChg chg="addSp delSp modSp mod">
        <pc:chgData name="Henrique Ricardo" userId="03458a60d826533a" providerId="LiveId" clId="{557C6CB1-FD20-4709-AFC3-859290D5AAAC}" dt="2023-03-12T17:21:47.168" v="219" actId="1076"/>
        <pc:sldMkLst>
          <pc:docMk/>
          <pc:sldMk cId="2018864525" sldId="256"/>
        </pc:sldMkLst>
      </pc:sldChg>
      <pc:sldChg chg="addSp delSp modSp add mod">
        <pc:chgData name="Henrique Ricardo" userId="03458a60d826533a" providerId="LiveId" clId="{557C6CB1-FD20-4709-AFC3-859290D5AAAC}" dt="2023-03-12T17:56:49.513" v="332" actId="1076"/>
        <pc:sldMkLst>
          <pc:docMk/>
          <pc:sldMk cId="377442400" sldId="257"/>
        </pc:sldMkLst>
      </pc:sldChg>
      <pc:sldChg chg="delSp modSp add mod">
        <pc:chgData name="Henrique Ricardo" userId="03458a60d826533a" providerId="LiveId" clId="{557C6CB1-FD20-4709-AFC3-859290D5AAAC}" dt="2023-03-12T17:58:13.051" v="342" actId="478"/>
        <pc:sldMkLst>
          <pc:docMk/>
          <pc:sldMk cId="311088791" sldId="258"/>
        </pc:sldMkLst>
      </pc:sldChg>
      <pc:sldChg chg="addSp delSp modSp add mod">
        <pc:chgData name="Henrique Ricardo" userId="03458a60d826533a" providerId="LiveId" clId="{557C6CB1-FD20-4709-AFC3-859290D5AAAC}" dt="2023-03-12T20:48:02.113" v="481" actId="1076"/>
        <pc:sldMkLst>
          <pc:docMk/>
          <pc:sldMk cId="4182212181" sldId="259"/>
        </pc:sldMkLst>
      </pc:sldChg>
      <pc:sldChg chg="modSp add del mod">
        <pc:chgData name="Henrique Ricardo" userId="03458a60d826533a" providerId="LiveId" clId="{557C6CB1-FD20-4709-AFC3-859290D5AAAC}" dt="2023-03-12T20:53:28.013" v="628" actId="47"/>
        <pc:sldMkLst>
          <pc:docMk/>
          <pc:sldMk cId="1178155556" sldId="260"/>
        </pc:sldMkLst>
      </pc:sldChg>
      <pc:sldChg chg="addSp delSp modSp add mod ord">
        <pc:chgData name="Henrique Ricardo" userId="03458a60d826533a" providerId="LiveId" clId="{557C6CB1-FD20-4709-AFC3-859290D5AAAC}" dt="2023-03-12T21:05:58.158" v="639"/>
        <pc:sldMkLst>
          <pc:docMk/>
          <pc:sldMk cId="1124358630" sldId="261"/>
        </pc:sldMkLst>
      </pc:sldChg>
      <pc:sldChg chg="add">
        <pc:chgData name="Henrique Ricardo" userId="03458a60d826533a" providerId="LiveId" clId="{557C6CB1-FD20-4709-AFC3-859290D5AAAC}" dt="2023-03-12T21:05:30.636" v="629" actId="2890"/>
        <pc:sldMkLst>
          <pc:docMk/>
          <pc:sldMk cId="3995507364" sldId="262"/>
        </pc:sldMkLst>
      </pc:sldChg>
    </pc:docChg>
  </pc:docChgLst>
  <pc:docChgLst>
    <pc:chgData name="Henrique Ricardo" userId="03458a60d826533a" providerId="LiveId" clId="{F0D854E7-9597-4B51-BA28-6B49F6841F07}"/>
    <pc:docChg chg="modSld">
      <pc:chgData name="Henrique Ricardo" userId="03458a60d826533a" providerId="LiveId" clId="{F0D854E7-9597-4B51-BA28-6B49F6841F07}" dt="2024-05-29T03:38:46.049" v="13" actId="20577"/>
      <pc:docMkLst>
        <pc:docMk/>
      </pc:docMkLst>
      <pc:sldChg chg="modSp mod">
        <pc:chgData name="Henrique Ricardo" userId="03458a60d826533a" providerId="LiveId" clId="{F0D854E7-9597-4B51-BA28-6B49F6841F07}" dt="2024-05-29T03:38:46.049" v="13" actId="20577"/>
        <pc:sldMkLst>
          <pc:docMk/>
          <pc:sldMk cId="3995507364" sldId="262"/>
        </pc:sldMkLst>
      </pc:sldChg>
    </pc:docChg>
  </pc:docChgLst>
  <pc:docChgLst>
    <pc:chgData name="Henrique Ricardo" userId="03458a60d826533a" providerId="LiveId" clId="{E557240A-51E2-49F6-A14B-7482AE58D8A5}"/>
    <pc:docChg chg="undo custSel addSld delSld modSld">
      <pc:chgData name="Henrique Ricardo" userId="03458a60d826533a" providerId="LiveId" clId="{E557240A-51E2-49F6-A14B-7482AE58D8A5}" dt="2025-04-14T18:27:52.076" v="186" actId="20577"/>
      <pc:docMkLst>
        <pc:docMk/>
      </pc:docMkLst>
      <pc:sldChg chg="modSp mod">
        <pc:chgData name="Henrique Ricardo" userId="03458a60d826533a" providerId="LiveId" clId="{E557240A-51E2-49F6-A14B-7482AE58D8A5}" dt="2025-04-14T06:01:06.555" v="32" actId="14100"/>
        <pc:sldMkLst>
          <pc:docMk/>
          <pc:sldMk cId="2018864525" sldId="256"/>
        </pc:sldMkLst>
        <pc:spChg chg="mod">
          <ac:chgData name="Henrique Ricardo" userId="03458a60d826533a" providerId="LiveId" clId="{E557240A-51E2-49F6-A14B-7482AE58D8A5}" dt="2025-04-14T06:01:06.555" v="32" actId="14100"/>
          <ac:spMkLst>
            <pc:docMk/>
            <pc:sldMk cId="2018864525" sldId="256"/>
            <ac:spMk id="6" creationId="{0AA8F8FF-E4AF-7A36-4D9E-C5735E03950D}"/>
          </ac:spMkLst>
        </pc:spChg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377442400" sldId="257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311088791" sldId="258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1570657837" sldId="263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367546241" sldId="269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846967664" sldId="270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579190125" sldId="272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948396282" sldId="274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3768552931" sldId="275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1840353808" sldId="276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2204769594" sldId="277"/>
        </pc:sldMkLst>
      </pc:sldChg>
      <pc:sldChg chg="add">
        <pc:chgData name="Henrique Ricardo" userId="03458a60d826533a" providerId="LiveId" clId="{E557240A-51E2-49F6-A14B-7482AE58D8A5}" dt="2025-04-14T06:08:21.478" v="155"/>
        <pc:sldMkLst>
          <pc:docMk/>
          <pc:sldMk cId="3446650770" sldId="278"/>
        </pc:sldMkLst>
      </pc:sldChg>
      <pc:sldChg chg="modSp mod">
        <pc:chgData name="Henrique Ricardo" userId="03458a60d826533a" providerId="LiveId" clId="{E557240A-51E2-49F6-A14B-7482AE58D8A5}" dt="2025-04-14T06:01:18.126" v="34" actId="20577"/>
        <pc:sldMkLst>
          <pc:docMk/>
          <pc:sldMk cId="3885638911" sldId="284"/>
        </pc:sldMkLst>
        <pc:spChg chg="mod">
          <ac:chgData name="Henrique Ricardo" userId="03458a60d826533a" providerId="LiveId" clId="{E557240A-51E2-49F6-A14B-7482AE58D8A5}" dt="2025-04-14T06:01:18.126" v="34" actId="20577"/>
          <ac:spMkLst>
            <pc:docMk/>
            <pc:sldMk cId="3885638911" sldId="284"/>
            <ac:spMk id="10" creationId="{072FACBB-7B5D-04E1-6F2B-752B6880FCEF}"/>
          </ac:spMkLst>
        </pc:spChg>
      </pc:sldChg>
      <pc:sldChg chg="del">
        <pc:chgData name="Henrique Ricardo" userId="03458a60d826533a" providerId="LiveId" clId="{E557240A-51E2-49F6-A14B-7482AE58D8A5}" dt="2025-04-14T06:02:59.043" v="35" actId="47"/>
        <pc:sldMkLst>
          <pc:docMk/>
          <pc:sldMk cId="2181293942" sldId="299"/>
        </pc:sldMkLst>
      </pc:sldChg>
      <pc:sldChg chg="modSp add del mod">
        <pc:chgData name="Henrique Ricardo" userId="03458a60d826533a" providerId="LiveId" clId="{E557240A-51E2-49F6-A14B-7482AE58D8A5}" dt="2025-04-14T06:03:22.717" v="40" actId="47"/>
        <pc:sldMkLst>
          <pc:docMk/>
          <pc:sldMk cId="803814362" sldId="300"/>
        </pc:sldMkLst>
        <pc:graphicFrameChg chg="mod">
          <ac:chgData name="Henrique Ricardo" userId="03458a60d826533a" providerId="LiveId" clId="{E557240A-51E2-49F6-A14B-7482AE58D8A5}" dt="2025-04-14T06:03:08.694" v="39"/>
          <ac:graphicFrameMkLst>
            <pc:docMk/>
            <pc:sldMk cId="803814362" sldId="300"/>
            <ac:graphicFrameMk id="5" creationId="{C6D307C3-6E77-50EA-5126-98AC258B776D}"/>
          </ac:graphicFrameMkLst>
        </pc:graphicFrameChg>
      </pc:sldChg>
      <pc:sldChg chg="modSp mod">
        <pc:chgData name="Henrique Ricardo" userId="03458a60d826533a" providerId="LiveId" clId="{E557240A-51E2-49F6-A14B-7482AE58D8A5}" dt="2025-04-14T18:27:52.076" v="186" actId="20577"/>
        <pc:sldMkLst>
          <pc:docMk/>
          <pc:sldMk cId="3653229257" sldId="301"/>
        </pc:sldMkLst>
        <pc:spChg chg="mod">
          <ac:chgData name="Henrique Ricardo" userId="03458a60d826533a" providerId="LiveId" clId="{E557240A-51E2-49F6-A14B-7482AE58D8A5}" dt="2025-04-14T06:03:45.781" v="58" actId="20577"/>
          <ac:spMkLst>
            <pc:docMk/>
            <pc:sldMk cId="3653229257" sldId="301"/>
            <ac:spMk id="16" creationId="{DF6FD809-CAF5-CE4F-1B42-77562B3022D3}"/>
          </ac:spMkLst>
        </pc:spChg>
        <pc:spChg chg="mod">
          <ac:chgData name="Henrique Ricardo" userId="03458a60d826533a" providerId="LiveId" clId="{E557240A-51E2-49F6-A14B-7482AE58D8A5}" dt="2025-04-14T18:27:52.076" v="186" actId="20577"/>
          <ac:spMkLst>
            <pc:docMk/>
            <pc:sldMk cId="3653229257" sldId="301"/>
            <ac:spMk id="17" creationId="{79004F8D-ADD9-2296-8054-F9D8FC00DACB}"/>
          </ac:spMkLst>
        </pc:spChg>
        <pc:spChg chg="mod">
          <ac:chgData name="Henrique Ricardo" userId="03458a60d826533a" providerId="LiveId" clId="{E557240A-51E2-49F6-A14B-7482AE58D8A5}" dt="2025-04-14T06:04:42.483" v="86" actId="20577"/>
          <ac:spMkLst>
            <pc:docMk/>
            <pc:sldMk cId="3653229257" sldId="301"/>
            <ac:spMk id="18" creationId="{44F884B7-01D1-926E-F111-A37FF1DDF6ED}"/>
          </ac:spMkLst>
        </pc:spChg>
        <pc:spChg chg="mod">
          <ac:chgData name="Henrique Ricardo" userId="03458a60d826533a" providerId="LiveId" clId="{E557240A-51E2-49F6-A14B-7482AE58D8A5}" dt="2025-04-14T06:05:23.741" v="115" actId="14100"/>
          <ac:spMkLst>
            <pc:docMk/>
            <pc:sldMk cId="3653229257" sldId="301"/>
            <ac:spMk id="19" creationId="{3FF44964-708F-1515-E269-C3D83256319C}"/>
          </ac:spMkLst>
        </pc:spChg>
        <pc:spChg chg="mod">
          <ac:chgData name="Henrique Ricardo" userId="03458a60d826533a" providerId="LiveId" clId="{E557240A-51E2-49F6-A14B-7482AE58D8A5}" dt="2025-04-14T06:06:01.719" v="120" actId="14100"/>
          <ac:spMkLst>
            <pc:docMk/>
            <pc:sldMk cId="3653229257" sldId="301"/>
            <ac:spMk id="22" creationId="{D157E72C-7BFE-95C8-0B3B-92A9660645A9}"/>
          </ac:spMkLst>
        </pc:spChg>
        <pc:spChg chg="mod">
          <ac:chgData name="Henrique Ricardo" userId="03458a60d826533a" providerId="LiveId" clId="{E557240A-51E2-49F6-A14B-7482AE58D8A5}" dt="2025-04-14T06:05:58.452" v="119" actId="14100"/>
          <ac:spMkLst>
            <pc:docMk/>
            <pc:sldMk cId="3653229257" sldId="301"/>
            <ac:spMk id="23" creationId="{5451E955-3B23-159C-F676-0A24AB18BEAD}"/>
          </ac:spMkLst>
        </pc:spChg>
        <pc:spChg chg="mod">
          <ac:chgData name="Henrique Ricardo" userId="03458a60d826533a" providerId="LiveId" clId="{E557240A-51E2-49F6-A14B-7482AE58D8A5}" dt="2025-04-14T06:05:53.945" v="117" actId="14100"/>
          <ac:spMkLst>
            <pc:docMk/>
            <pc:sldMk cId="3653229257" sldId="301"/>
            <ac:spMk id="25" creationId="{F35A8564-6E9A-261A-0391-F1982DED32AD}"/>
          </ac:spMkLst>
        </pc:spChg>
        <pc:spChg chg="mod">
          <ac:chgData name="Henrique Ricardo" userId="03458a60d826533a" providerId="LiveId" clId="{E557240A-51E2-49F6-A14B-7482AE58D8A5}" dt="2025-04-14T06:05:50.365" v="116" actId="14100"/>
          <ac:spMkLst>
            <pc:docMk/>
            <pc:sldMk cId="3653229257" sldId="301"/>
            <ac:spMk id="26" creationId="{91C5A58A-8354-BC77-0119-E7070379026F}"/>
          </ac:spMkLst>
        </pc:spChg>
      </pc:sldChg>
      <pc:sldChg chg="del">
        <pc:chgData name="Henrique Ricardo" userId="03458a60d826533a" providerId="LiveId" clId="{E557240A-51E2-49F6-A14B-7482AE58D8A5}" dt="2025-04-14T06:06:26.489" v="121" actId="47"/>
        <pc:sldMkLst>
          <pc:docMk/>
          <pc:sldMk cId="550450182" sldId="302"/>
        </pc:sldMkLst>
      </pc:sldChg>
      <pc:sldChg chg="del">
        <pc:chgData name="Henrique Ricardo" userId="03458a60d826533a" providerId="LiveId" clId="{E557240A-51E2-49F6-A14B-7482AE58D8A5}" dt="2025-04-14T06:06:26.489" v="121" actId="47"/>
        <pc:sldMkLst>
          <pc:docMk/>
          <pc:sldMk cId="1034713083" sldId="303"/>
        </pc:sldMkLst>
      </pc:sldChg>
      <pc:sldChg chg="modSp mod">
        <pc:chgData name="Henrique Ricardo" userId="03458a60d826533a" providerId="LiveId" clId="{E557240A-51E2-49F6-A14B-7482AE58D8A5}" dt="2025-04-14T17:54:54.756" v="181" actId="20577"/>
        <pc:sldMkLst>
          <pc:docMk/>
          <pc:sldMk cId="615539620" sldId="306"/>
        </pc:sldMkLst>
        <pc:spChg chg="mod">
          <ac:chgData name="Henrique Ricardo" userId="03458a60d826533a" providerId="LiveId" clId="{E557240A-51E2-49F6-A14B-7482AE58D8A5}" dt="2025-04-14T06:07:35.704" v="153" actId="20577"/>
          <ac:spMkLst>
            <pc:docMk/>
            <pc:sldMk cId="615539620" sldId="306"/>
            <ac:spMk id="13" creationId="{736CCE89-6FC1-F4BA-C897-AACE91E33115}"/>
          </ac:spMkLst>
        </pc:spChg>
        <pc:spChg chg="mod">
          <ac:chgData name="Henrique Ricardo" userId="03458a60d826533a" providerId="LiveId" clId="{E557240A-51E2-49F6-A14B-7482AE58D8A5}" dt="2025-04-14T17:54:54.756" v="181" actId="20577"/>
          <ac:spMkLst>
            <pc:docMk/>
            <pc:sldMk cId="615539620" sldId="306"/>
            <ac:spMk id="14" creationId="{32B05532-DE97-FFE6-78E1-ED184072474D}"/>
          </ac:spMkLst>
        </pc:spChg>
      </pc:sldChg>
      <pc:sldChg chg="del">
        <pc:chgData name="Henrique Ricardo" userId="03458a60d826533a" providerId="LiveId" clId="{E557240A-51E2-49F6-A14B-7482AE58D8A5}" dt="2025-04-14T06:07:53.886" v="154" actId="47"/>
        <pc:sldMkLst>
          <pc:docMk/>
          <pc:sldMk cId="1882449475" sldId="307"/>
        </pc:sldMkLst>
      </pc:sldChg>
      <pc:sldChg chg="del">
        <pc:chgData name="Henrique Ricardo" userId="03458a60d826533a" providerId="LiveId" clId="{E557240A-51E2-49F6-A14B-7482AE58D8A5}" dt="2025-04-14T06:07:53.886" v="154" actId="47"/>
        <pc:sldMkLst>
          <pc:docMk/>
          <pc:sldMk cId="398786884" sldId="308"/>
        </pc:sldMkLst>
      </pc:sldChg>
    </pc:docChg>
  </pc:docChgLst>
  <pc:docChgLst>
    <pc:chgData name="Henrique Ricardo" userId="03458a60d826533a" providerId="LiveId" clId="{26FD10E5-B34D-47B3-AF01-A5003D6A9345}"/>
    <pc:docChg chg="undo modSld">
      <pc:chgData name="Henrique Ricardo" userId="03458a60d826533a" providerId="LiveId" clId="{26FD10E5-B34D-47B3-AF01-A5003D6A9345}" dt="2024-02-12T10:14:57.395" v="8" actId="20577"/>
      <pc:docMkLst>
        <pc:docMk/>
      </pc:docMkLst>
      <pc:sldChg chg="modSp mod">
        <pc:chgData name="Henrique Ricardo" userId="03458a60d826533a" providerId="LiveId" clId="{26FD10E5-B34D-47B3-AF01-A5003D6A9345}" dt="2024-02-12T10:14:57.395" v="8" actId="20577"/>
        <pc:sldMkLst>
          <pc:docMk/>
          <pc:sldMk cId="115362746" sldId="293"/>
        </pc:sldMkLst>
      </pc:sldChg>
    </pc:docChg>
  </pc:docChgLst>
  <pc:docChgLst>
    <pc:chgData name="Henrique Ricardo" userId="03458a60d826533a" providerId="LiveId" clId="{EEF0C1A7-D8A6-4E4D-A0BD-868EB2461D3F}"/>
    <pc:docChg chg="custSel addSld modSld">
      <pc:chgData name="Henrique Ricardo" userId="03458a60d826533a" providerId="LiveId" clId="{EEF0C1A7-D8A6-4E4D-A0BD-868EB2461D3F}" dt="2023-05-20T23:09:58.328" v="1045" actId="478"/>
      <pc:docMkLst>
        <pc:docMk/>
      </pc:docMkLst>
      <pc:sldChg chg="addSp delSp modSp mod">
        <pc:chgData name="Henrique Ricardo" userId="03458a60d826533a" providerId="LiveId" clId="{EEF0C1A7-D8A6-4E4D-A0BD-868EB2461D3F}" dt="2023-05-18T05:43:08.921" v="63" actId="1076"/>
        <pc:sldMkLst>
          <pc:docMk/>
          <pc:sldMk cId="2018864525" sldId="256"/>
        </pc:sldMkLst>
      </pc:sldChg>
      <pc:sldChg chg="addSp delSp modSp mod">
        <pc:chgData name="Henrique Ricardo" userId="03458a60d826533a" providerId="LiveId" clId="{EEF0C1A7-D8A6-4E4D-A0BD-868EB2461D3F}" dt="2023-05-18T05:58:27.271" v="413" actId="14100"/>
        <pc:sldMkLst>
          <pc:docMk/>
          <pc:sldMk cId="377442400" sldId="257"/>
        </pc:sldMkLst>
      </pc:sldChg>
      <pc:sldChg chg="addSp modSp mod">
        <pc:chgData name="Henrique Ricardo" userId="03458a60d826533a" providerId="LiveId" clId="{EEF0C1A7-D8A6-4E4D-A0BD-868EB2461D3F}" dt="2023-05-18T06:12:28.215" v="949" actId="1076"/>
        <pc:sldMkLst>
          <pc:docMk/>
          <pc:sldMk cId="311088791" sldId="258"/>
        </pc:sldMkLst>
      </pc:sldChg>
      <pc:sldChg chg="addSp delSp modSp add mod">
        <pc:chgData name="Henrique Ricardo" userId="03458a60d826533a" providerId="LiveId" clId="{EEF0C1A7-D8A6-4E4D-A0BD-868EB2461D3F}" dt="2023-05-20T17:15:40.164" v="1027" actId="1076"/>
        <pc:sldMkLst>
          <pc:docMk/>
          <pc:sldMk cId="1570657837" sldId="263"/>
        </pc:sldMkLst>
      </pc:sldChg>
      <pc:sldChg chg="modSp add mod">
        <pc:chgData name="Henrique Ricardo" userId="03458a60d826533a" providerId="LiveId" clId="{EEF0C1A7-D8A6-4E4D-A0BD-868EB2461D3F}" dt="2023-05-18T06:09:04.517" v="948" actId="113"/>
        <pc:sldMkLst>
          <pc:docMk/>
          <pc:sldMk cId="3511248131" sldId="264"/>
        </pc:sldMkLst>
      </pc:sldChg>
      <pc:sldChg chg="delSp modSp add mod">
        <pc:chgData name="Henrique Ricardo" userId="03458a60d826533a" providerId="LiveId" clId="{EEF0C1A7-D8A6-4E4D-A0BD-868EB2461D3F}" dt="2023-05-20T23:09:58.328" v="1045" actId="478"/>
        <pc:sldMkLst>
          <pc:docMk/>
          <pc:sldMk cId="1920339437" sldId="265"/>
        </pc:sldMkLst>
      </pc:sldChg>
    </pc:docChg>
  </pc:docChgLst>
  <pc:docChgLst>
    <pc:chgData name="Henrique Ricardo" userId="03458a60d826533a" providerId="LiveId" clId="{E2B7F181-AE3F-4211-BA4A-A3811FA3A4B9}"/>
    <pc:docChg chg="undo redo custSel addSld delSld modSld sldOrd">
      <pc:chgData name="Henrique Ricardo" userId="03458a60d826533a" providerId="LiveId" clId="{E2B7F181-AE3F-4211-BA4A-A3811FA3A4B9}" dt="2024-11-28T18:46:27.012" v="6674" actId="1076"/>
      <pc:docMkLst>
        <pc:docMk/>
      </pc:docMkLst>
      <pc:sldChg chg="modSp mod">
        <pc:chgData name="Henrique Ricardo" userId="03458a60d826533a" providerId="LiveId" clId="{E2B7F181-AE3F-4211-BA4A-A3811FA3A4B9}" dt="2024-11-28T05:25:31.455" v="61" actId="14100"/>
        <pc:sldMkLst>
          <pc:docMk/>
          <pc:sldMk cId="2018864525" sldId="256"/>
        </pc:sldMkLst>
      </pc:sldChg>
      <pc:sldChg chg="addSp delSp mod">
        <pc:chgData name="Henrique Ricardo" userId="03458a60d826533a" providerId="LiveId" clId="{E2B7F181-AE3F-4211-BA4A-A3811FA3A4B9}" dt="2024-11-25T21:07:31.257" v="21" actId="26606"/>
        <pc:sldMkLst>
          <pc:docMk/>
          <pc:sldMk cId="3885638911" sldId="284"/>
        </pc:sldMkLst>
      </pc:sldChg>
      <pc:sldChg chg="addSp modSp mod">
        <pc:chgData name="Henrique Ricardo" userId="03458a60d826533a" providerId="LiveId" clId="{E2B7F181-AE3F-4211-BA4A-A3811FA3A4B9}" dt="2024-11-28T18:46:27.012" v="6674" actId="1076"/>
        <pc:sldMkLst>
          <pc:docMk/>
          <pc:sldMk cId="115362746" sldId="293"/>
        </pc:sldMkLst>
      </pc:sldChg>
      <pc:sldChg chg="delSp del mod">
        <pc:chgData name="Henrique Ricardo" userId="03458a60d826533a" providerId="LiveId" clId="{E2B7F181-AE3F-4211-BA4A-A3811FA3A4B9}" dt="2024-11-20T19:51:24.676" v="13" actId="47"/>
        <pc:sldMkLst>
          <pc:docMk/>
          <pc:sldMk cId="4107109502" sldId="295"/>
        </pc:sldMkLst>
      </pc:sldChg>
      <pc:sldChg chg="addSp delSp mod">
        <pc:chgData name="Henrique Ricardo" userId="03458a60d826533a" providerId="LiveId" clId="{E2B7F181-AE3F-4211-BA4A-A3811FA3A4B9}" dt="2024-11-25T21:07:48.624" v="29" actId="26606"/>
        <pc:sldMkLst>
          <pc:docMk/>
          <pc:sldMk cId="2472966245" sldId="297"/>
        </pc:sldMkLst>
      </pc:sldChg>
      <pc:sldChg chg="addSp delSp modSp add mod delAnim">
        <pc:chgData name="Henrique Ricardo" userId="03458a60d826533a" providerId="LiveId" clId="{E2B7F181-AE3F-4211-BA4A-A3811FA3A4B9}" dt="2024-11-28T18:14:31.656" v="6591" actId="113"/>
        <pc:sldMkLst>
          <pc:docMk/>
          <pc:sldMk cId="2181293942" sldId="299"/>
        </pc:sldMkLst>
      </pc:sldChg>
      <pc:sldChg chg="addSp delSp modSp add mod">
        <pc:chgData name="Henrique Ricardo" userId="03458a60d826533a" providerId="LiveId" clId="{E2B7F181-AE3F-4211-BA4A-A3811FA3A4B9}" dt="2024-11-28T18:13:12.312" v="6575" actId="3062"/>
        <pc:sldMkLst>
          <pc:docMk/>
          <pc:sldMk cId="803814362" sldId="300"/>
        </pc:sldMkLst>
      </pc:sldChg>
      <pc:sldChg chg="addSp delSp modSp add mod">
        <pc:chgData name="Henrique Ricardo" userId="03458a60d826533a" providerId="LiveId" clId="{E2B7F181-AE3F-4211-BA4A-A3811FA3A4B9}" dt="2024-11-28T17:23:23.066" v="2398" actId="13822"/>
        <pc:sldMkLst>
          <pc:docMk/>
          <pc:sldMk cId="3653229257" sldId="301"/>
        </pc:sldMkLst>
      </pc:sldChg>
      <pc:sldChg chg="delSp modSp add mod ord">
        <pc:chgData name="Henrique Ricardo" userId="03458a60d826533a" providerId="LiveId" clId="{E2B7F181-AE3F-4211-BA4A-A3811FA3A4B9}" dt="2024-11-28T18:16:13.506" v="6602" actId="113"/>
        <pc:sldMkLst>
          <pc:docMk/>
          <pc:sldMk cId="550450182" sldId="302"/>
        </pc:sldMkLst>
      </pc:sldChg>
      <pc:sldChg chg="add del">
        <pc:chgData name="Henrique Ricardo" userId="03458a60d826533a" providerId="LiveId" clId="{E2B7F181-AE3F-4211-BA4A-A3811FA3A4B9}" dt="2024-11-28T17:12:41.595" v="1810" actId="47"/>
        <pc:sldMkLst>
          <pc:docMk/>
          <pc:sldMk cId="3191256278" sldId="302"/>
        </pc:sldMkLst>
      </pc:sldChg>
      <pc:sldChg chg="add del">
        <pc:chgData name="Henrique Ricardo" userId="03458a60d826533a" providerId="LiveId" clId="{E2B7F181-AE3F-4211-BA4A-A3811FA3A4B9}" dt="2024-11-28T17:12:59.920" v="1812" actId="2890"/>
        <pc:sldMkLst>
          <pc:docMk/>
          <pc:sldMk cId="3852463655" sldId="302"/>
        </pc:sldMkLst>
      </pc:sldChg>
      <pc:sldChg chg="modSp add mod">
        <pc:chgData name="Henrique Ricardo" userId="03458a60d826533a" providerId="LiveId" clId="{E2B7F181-AE3F-4211-BA4A-A3811FA3A4B9}" dt="2024-11-28T18:17:08.293" v="6613" actId="113"/>
        <pc:sldMkLst>
          <pc:docMk/>
          <pc:sldMk cId="1034713083" sldId="303"/>
        </pc:sldMkLst>
      </pc:sldChg>
      <pc:sldChg chg="addSp delSp modSp add mod">
        <pc:chgData name="Henrique Ricardo" userId="03458a60d826533a" providerId="LiveId" clId="{E2B7F181-AE3F-4211-BA4A-A3811FA3A4B9}" dt="2024-11-28T18:19:15.867" v="6621" actId="113"/>
        <pc:sldMkLst>
          <pc:docMk/>
          <pc:sldMk cId="1747487238" sldId="304"/>
        </pc:sldMkLst>
      </pc:sldChg>
      <pc:sldChg chg="addSp delSp modSp add mod ord">
        <pc:chgData name="Henrique Ricardo" userId="03458a60d826533a" providerId="LiveId" clId="{E2B7F181-AE3F-4211-BA4A-A3811FA3A4B9}" dt="2024-11-28T18:17:22.148" v="6614" actId="478"/>
        <pc:sldMkLst>
          <pc:docMk/>
          <pc:sldMk cId="2945825154" sldId="305"/>
        </pc:sldMkLst>
      </pc:sldChg>
      <pc:sldChg chg="addSp delSp modSp add mod ord">
        <pc:chgData name="Henrique Ricardo" userId="03458a60d826533a" providerId="LiveId" clId="{E2B7F181-AE3F-4211-BA4A-A3811FA3A4B9}" dt="2024-11-28T18:20:13.885" v="6633" actId="115"/>
        <pc:sldMkLst>
          <pc:docMk/>
          <pc:sldMk cId="615539620" sldId="306"/>
        </pc:sldMkLst>
      </pc:sldChg>
      <pc:sldChg chg="addSp delSp modSp add mod">
        <pc:chgData name="Henrique Ricardo" userId="03458a60d826533a" providerId="LiveId" clId="{E2B7F181-AE3F-4211-BA4A-A3811FA3A4B9}" dt="2024-11-28T18:36:43.957" v="6663" actId="1037"/>
        <pc:sldMkLst>
          <pc:docMk/>
          <pc:sldMk cId="1882449475" sldId="307"/>
        </pc:sldMkLst>
      </pc:sldChg>
      <pc:sldChg chg="addSp delSp modSp add mod">
        <pc:chgData name="Henrique Ricardo" userId="03458a60d826533a" providerId="LiveId" clId="{E2B7F181-AE3F-4211-BA4A-A3811FA3A4B9}" dt="2024-11-28T18:42:19.917" v="6666" actId="114"/>
        <pc:sldMkLst>
          <pc:docMk/>
          <pc:sldMk cId="398786884" sldId="308"/>
        </pc:sldMkLst>
      </pc:sldChg>
    </pc:docChg>
  </pc:docChgLst>
  <pc:docChgLst>
    <pc:chgData name="Henrique Ricardo" userId="03458a60d826533a" providerId="LiveId" clId="{59E13A8C-9F65-4C80-9A34-F879DE5A595A}"/>
    <pc:docChg chg="undo redo custSel addSld delSld modSld sldOrd">
      <pc:chgData name="Henrique Ricardo" userId="03458a60d826533a" providerId="LiveId" clId="{59E13A8C-9F65-4C80-9A34-F879DE5A595A}" dt="2023-05-29T18:07:04.683" v="6546" actId="478"/>
      <pc:docMkLst>
        <pc:docMk/>
      </pc:docMkLst>
      <pc:sldChg chg="modSp mod">
        <pc:chgData name="Henrique Ricardo" userId="03458a60d826533a" providerId="LiveId" clId="{59E13A8C-9F65-4C80-9A34-F879DE5A595A}" dt="2023-05-20T23:13:10.535" v="30" actId="20577"/>
        <pc:sldMkLst>
          <pc:docMk/>
          <pc:sldMk cId="2018864525" sldId="256"/>
        </pc:sldMkLst>
      </pc:sldChg>
      <pc:sldChg chg="addSp delSp modSp mod">
        <pc:chgData name="Henrique Ricardo" userId="03458a60d826533a" providerId="LiveId" clId="{59E13A8C-9F65-4C80-9A34-F879DE5A595A}" dt="2023-05-22T19:34:59.459" v="1118" actId="478"/>
        <pc:sldMkLst>
          <pc:docMk/>
          <pc:sldMk cId="377442400" sldId="257"/>
        </pc:sldMkLst>
      </pc:sldChg>
      <pc:sldChg chg="modSp mod">
        <pc:chgData name="Henrique Ricardo" userId="03458a60d826533a" providerId="LiveId" clId="{59E13A8C-9F65-4C80-9A34-F879DE5A595A}" dt="2023-05-21T12:14:20.927" v="1104" actId="113"/>
        <pc:sldMkLst>
          <pc:docMk/>
          <pc:sldMk cId="311088791" sldId="258"/>
        </pc:sldMkLst>
      </pc:sldChg>
      <pc:sldChg chg="mod modShow">
        <pc:chgData name="Henrique Ricardo" userId="03458a60d826533a" providerId="LiveId" clId="{59E13A8C-9F65-4C80-9A34-F879DE5A595A}" dt="2023-05-29T17:13:34.119" v="6536" actId="729"/>
        <pc:sldMkLst>
          <pc:docMk/>
          <pc:sldMk cId="4182212181" sldId="259"/>
        </pc:sldMkLst>
      </pc:sldChg>
      <pc:sldChg chg="modSp mod">
        <pc:chgData name="Henrique Ricardo" userId="03458a60d826533a" providerId="LiveId" clId="{59E13A8C-9F65-4C80-9A34-F879DE5A595A}" dt="2023-05-29T17:14:17.933" v="6539" actId="1076"/>
        <pc:sldMkLst>
          <pc:docMk/>
          <pc:sldMk cId="3995507364" sldId="262"/>
        </pc:sldMkLst>
      </pc:sldChg>
      <pc:sldChg chg="addSp delSp modSp mod modTransition modAnim">
        <pc:chgData name="Henrique Ricardo" userId="03458a60d826533a" providerId="LiveId" clId="{59E13A8C-9F65-4C80-9A34-F879DE5A595A}" dt="2023-05-22T21:00:02.210" v="1689" actId="14100"/>
        <pc:sldMkLst>
          <pc:docMk/>
          <pc:sldMk cId="1570657837" sldId="263"/>
        </pc:sldMkLst>
      </pc:sldChg>
      <pc:sldChg chg="del">
        <pc:chgData name="Henrique Ricardo" userId="03458a60d826533a" providerId="LiveId" clId="{59E13A8C-9F65-4C80-9A34-F879DE5A595A}" dt="2023-05-20T23:22:28.064" v="1101" actId="2696"/>
        <pc:sldMkLst>
          <pc:docMk/>
          <pc:sldMk cId="3511248131" sldId="264"/>
        </pc:sldMkLst>
      </pc:sldChg>
      <pc:sldChg chg="add del mod modShow">
        <pc:chgData name="Henrique Ricardo" userId="03458a60d826533a" providerId="LiveId" clId="{59E13A8C-9F65-4C80-9A34-F879DE5A595A}" dt="2023-05-29T17:13:34.119" v="6536" actId="729"/>
        <pc:sldMkLst>
          <pc:docMk/>
          <pc:sldMk cId="1920339437" sldId="265"/>
        </pc:sldMkLst>
      </pc:sldChg>
      <pc:sldChg chg="modSp add mod">
        <pc:chgData name="Henrique Ricardo" userId="03458a60d826533a" providerId="LiveId" clId="{59E13A8C-9F65-4C80-9A34-F879DE5A595A}" dt="2023-05-21T12:14:26.070" v="1105" actId="113"/>
        <pc:sldMkLst>
          <pc:docMk/>
          <pc:sldMk cId="239003715" sldId="266"/>
        </pc:sldMkLst>
      </pc:sldChg>
      <pc:sldChg chg="modSp add mod">
        <pc:chgData name="Henrique Ricardo" userId="03458a60d826533a" providerId="LiveId" clId="{59E13A8C-9F65-4C80-9A34-F879DE5A595A}" dt="2023-05-21T12:14:30.493" v="1106" actId="113"/>
        <pc:sldMkLst>
          <pc:docMk/>
          <pc:sldMk cId="445939988" sldId="267"/>
        </pc:sldMkLst>
      </pc:sldChg>
      <pc:sldChg chg="modSp add mod">
        <pc:chgData name="Henrique Ricardo" userId="03458a60d826533a" providerId="LiveId" clId="{59E13A8C-9F65-4C80-9A34-F879DE5A595A}" dt="2023-05-21T12:14:36.284" v="1107" actId="113"/>
        <pc:sldMkLst>
          <pc:docMk/>
          <pc:sldMk cId="2126416427" sldId="268"/>
        </pc:sldMkLst>
      </pc:sldChg>
      <pc:sldChg chg="addSp delSp modSp add mod modAnim">
        <pc:chgData name="Henrique Ricardo" userId="03458a60d826533a" providerId="LiveId" clId="{59E13A8C-9F65-4C80-9A34-F879DE5A595A}" dt="2023-05-22T22:51:44.900" v="4649"/>
        <pc:sldMkLst>
          <pc:docMk/>
          <pc:sldMk cId="367546241" sldId="269"/>
        </pc:sldMkLst>
      </pc:sldChg>
      <pc:sldChg chg="delSp modSp add mod ord">
        <pc:chgData name="Henrique Ricardo" userId="03458a60d826533a" providerId="LiveId" clId="{59E13A8C-9F65-4C80-9A34-F879DE5A595A}" dt="2023-05-29T18:06:48.137" v="6541" actId="478"/>
        <pc:sldMkLst>
          <pc:docMk/>
          <pc:sldMk cId="1024225415" sldId="270"/>
        </pc:sldMkLst>
      </pc:sldChg>
      <pc:sldChg chg="delSp modSp add mod ord">
        <pc:chgData name="Henrique Ricardo" userId="03458a60d826533a" providerId="LiveId" clId="{59E13A8C-9F65-4C80-9A34-F879DE5A595A}" dt="2023-05-29T18:06:51.150" v="6542" actId="478"/>
        <pc:sldMkLst>
          <pc:docMk/>
          <pc:sldMk cId="729372259" sldId="271"/>
        </pc:sldMkLst>
      </pc:sldChg>
      <pc:sldChg chg="delSp modSp add mod ord">
        <pc:chgData name="Henrique Ricardo" userId="03458a60d826533a" providerId="LiveId" clId="{59E13A8C-9F65-4C80-9A34-F879DE5A595A}" dt="2023-05-29T18:06:54.394" v="6543" actId="478"/>
        <pc:sldMkLst>
          <pc:docMk/>
          <pc:sldMk cId="4259349546" sldId="272"/>
        </pc:sldMkLst>
      </pc:sldChg>
      <pc:sldChg chg="addSp delSp modSp add mod ord">
        <pc:chgData name="Henrique Ricardo" userId="03458a60d826533a" providerId="LiveId" clId="{59E13A8C-9F65-4C80-9A34-F879DE5A595A}" dt="2023-05-22T22:24:19.444" v="3042" actId="1076"/>
        <pc:sldMkLst>
          <pc:docMk/>
          <pc:sldMk cId="3865188150" sldId="273"/>
        </pc:sldMkLst>
      </pc:sldChg>
      <pc:sldChg chg="addSp delSp modSp add mod">
        <pc:chgData name="Henrique Ricardo" userId="03458a60d826533a" providerId="LiveId" clId="{59E13A8C-9F65-4C80-9A34-F879DE5A595A}" dt="2023-05-22T22:35:22.029" v="4034" actId="1076"/>
        <pc:sldMkLst>
          <pc:docMk/>
          <pc:sldMk cId="86534505" sldId="274"/>
        </pc:sldMkLst>
      </pc:sldChg>
      <pc:sldChg chg="delSp modSp add mod ord">
        <pc:chgData name="Henrique Ricardo" userId="03458a60d826533a" providerId="LiveId" clId="{59E13A8C-9F65-4C80-9A34-F879DE5A595A}" dt="2023-05-29T18:06:57.345" v="6544" actId="478"/>
        <pc:sldMkLst>
          <pc:docMk/>
          <pc:sldMk cId="2975327686" sldId="275"/>
        </pc:sldMkLst>
      </pc:sldChg>
      <pc:sldChg chg="delSp modSp add mod ord">
        <pc:chgData name="Henrique Ricardo" userId="03458a60d826533a" providerId="LiveId" clId="{59E13A8C-9F65-4C80-9A34-F879DE5A595A}" dt="2023-05-29T18:07:00.230" v="6545" actId="478"/>
        <pc:sldMkLst>
          <pc:docMk/>
          <pc:sldMk cId="1336542023" sldId="276"/>
        </pc:sldMkLst>
      </pc:sldChg>
      <pc:sldChg chg="addSp delSp modSp add mod ord">
        <pc:chgData name="Henrique Ricardo" userId="03458a60d826533a" providerId="LiveId" clId="{59E13A8C-9F65-4C80-9A34-F879DE5A595A}" dt="2023-05-22T22:50:38.800" v="4646" actId="1076"/>
        <pc:sldMkLst>
          <pc:docMk/>
          <pc:sldMk cId="2074218435" sldId="277"/>
        </pc:sldMkLst>
      </pc:sldChg>
      <pc:sldChg chg="delSp modSp add mod ord">
        <pc:chgData name="Henrique Ricardo" userId="03458a60d826533a" providerId="LiveId" clId="{59E13A8C-9F65-4C80-9A34-F879DE5A595A}" dt="2023-05-29T18:07:04.683" v="6546" actId="478"/>
        <pc:sldMkLst>
          <pc:docMk/>
          <pc:sldMk cId="3917766757" sldId="278"/>
        </pc:sldMkLst>
      </pc:sldChg>
      <pc:sldChg chg="addSp delSp modSp add mod ord delAnim modAnim">
        <pc:chgData name="Henrique Ricardo" userId="03458a60d826533a" providerId="LiveId" clId="{59E13A8C-9F65-4C80-9A34-F879DE5A595A}" dt="2023-05-22T23:35:35.539" v="6177" actId="1076"/>
        <pc:sldMkLst>
          <pc:docMk/>
          <pc:sldMk cId="1897966498" sldId="279"/>
        </pc:sldMkLst>
      </pc:sldChg>
      <pc:sldChg chg="modSp add mod ord">
        <pc:chgData name="Henrique Ricardo" userId="03458a60d826533a" providerId="LiveId" clId="{59E13A8C-9F65-4C80-9A34-F879DE5A595A}" dt="2023-05-22T23:12:31.707" v="5409"/>
        <pc:sldMkLst>
          <pc:docMk/>
          <pc:sldMk cId="2689177912" sldId="280"/>
        </pc:sldMkLst>
      </pc:sldChg>
      <pc:sldChg chg="addSp delSp modSp add mod delAnim">
        <pc:chgData name="Henrique Ricardo" userId="03458a60d826533a" providerId="LiveId" clId="{59E13A8C-9F65-4C80-9A34-F879DE5A595A}" dt="2023-05-22T23:37:03.101" v="6289" actId="1076"/>
        <pc:sldMkLst>
          <pc:docMk/>
          <pc:sldMk cId="469256075" sldId="281"/>
        </pc:sldMkLst>
      </pc:sldChg>
      <pc:sldChg chg="addSp delSp modSp add mod">
        <pc:chgData name="Henrique Ricardo" userId="03458a60d826533a" providerId="LiveId" clId="{59E13A8C-9F65-4C80-9A34-F879DE5A595A}" dt="2023-05-22T23:49:14.784" v="6379" actId="478"/>
        <pc:sldMkLst>
          <pc:docMk/>
          <pc:sldMk cId="291532596" sldId="282"/>
        </pc:sldMkLst>
      </pc:sldChg>
      <pc:sldChg chg="addSp delSp modSp add mod">
        <pc:chgData name="Henrique Ricardo" userId="03458a60d826533a" providerId="LiveId" clId="{59E13A8C-9F65-4C80-9A34-F879DE5A595A}" dt="2023-05-29T18:06:09.152" v="6540" actId="20577"/>
        <pc:sldMkLst>
          <pc:docMk/>
          <pc:sldMk cId="3025903701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284B2-FEB4-A0FD-2291-728BB3F7B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118027-4E99-F416-35D0-BC8725743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0C1F8A2-0808-CBC0-5BD6-5BD4DBB9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24BBDD3-5238-3C63-FE9C-DBEB53A2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2F48BAB-FAEC-CD2D-F99A-28E55D16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014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6DE21-ED20-3A3D-B264-4ACC46B5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85A46B-3FE2-B5E6-96C2-FDA4D988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5FD28D-41ED-EAD2-4DCF-60686074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B761F89-8974-490C-27CF-F193F280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B15EE3B-BCB1-AC4D-9753-A03DC324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180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FDD9F-5208-44CA-046F-51D9AE05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43FF9B9-C234-E177-0F80-101923CB4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B1D65D-9B56-2CAE-A80F-54CF1BFC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C25E6AA-7603-80E6-62A0-4BFE8E01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EA550AF-98BC-5A56-8255-67E68917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808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C4879-357E-0745-9723-86733D8A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67A56DE-DC2B-EFA2-F086-049C707E3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8CEAA42-B9AF-9D9A-919E-85789DAFB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82FE48B-51D7-F545-3A0C-8AED4885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801F7AA-08E9-4E5C-8048-043986D7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E5A6B5D-E1C9-FEB5-1859-87B3E006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693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BCD1F-6A7D-FC97-B1ED-AD1A2DAF1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3AAB31C-FADC-3DEC-8873-3D186136A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7E98242-2893-6064-B453-F92EDD66F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89BA893-8559-234A-7051-966BAB259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97D0D70-3603-04B9-DAAE-D02FB3EA5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C4B66FD-35E9-D22C-C1C9-73A7261F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E229074-61E2-05CA-2A20-0BCDF260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A96D811-51C5-DB93-1154-1EA0F79F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798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845C3-FE39-62A1-6F98-2EFF98D2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1CE95B-0B0F-68F3-C5F7-20F48B35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1B2E6C1-2C3C-4031-D214-0DF3DA27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D20CDD5-C96A-4BE6-A65D-41775A5E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030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068565C-B47C-8EE8-0A4B-B335E6C1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2EBE17E-DDA9-A9A7-F0BC-6D180CBE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3CBD5C7-23FF-EC30-81C7-8DE3BFE9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345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A4ECA-4950-651F-336F-BEE73493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A49420F-2EA9-6AAD-0E01-8BFDFAD17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9A8520F-9711-2394-6AE7-2EB2F77B6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2C04DB-4C29-F97C-0D57-735CB780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422E9EE-87F8-BEEA-3E99-37BE00D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0053594-9B16-22E4-CC23-7DAAC37F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939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37A2B-BEB4-F221-CFBE-D11262D5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687FA0BC-AB2F-9F73-6865-BC0235BE4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BF02603-64A8-0311-D4EB-EEA7A97C4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15021CC-A708-6CB1-DEC4-B896DBB5E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0FD74F3-6BEE-F165-9430-C08F2065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55281E2-33BD-3E00-BD48-0BB94FAB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91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192A2-5E64-09E1-F706-41B5AEE8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7284311-DFBA-1856-2399-ED132F4C5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AC600E2-70DA-3259-C4DE-B4A5C05D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CD4AFCD-6A9E-93E2-D4EA-626B852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39B057-CE54-94F1-76AC-DAEDD2F1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831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5BB806-43B4-CF1E-0249-7C1D3A2D6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F9320E9-ECC2-E2C2-7B73-C05D3FC55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618615A-198E-AD50-B756-9B1EE008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D116ECB-AF60-3AC1-8CCD-48A5D353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266044-3C1A-8E3C-9667-8521109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797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02289AA-0082-D097-FFF1-0DEC45BE33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118178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4" imgW="530" imgH="528" progId="TCLayout.ActiveDocument.1">
                  <p:embed/>
                </p:oleObj>
              </mc:Choice>
              <mc:Fallback>
                <p:oleObj name="Slide do think-cell" r:id="rId14" imgW="530" imgH="52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2289AA-0082-D097-FFF1-0DEC45BE3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D44AD7D-6F99-2689-5654-BB367903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191FC70-85B9-F032-62BE-61587355E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A4E36E2-92D4-7054-5890-1F4ED17EF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4823E-6A4B-4533-94CE-9FFA76207941}" type="datetimeFigureOut">
              <a:rPr lang="pt-PT" smtClean="0"/>
              <a:t>09/12/2025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30361D8-ABA0-E47E-AEA7-2DD00A7A2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307868-CD5C-CE3C-BE25-636BCC719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4EF0A-108C-4B26-9BFB-4331845E0B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2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entncirl-my.sharepoint.com/:v:/r/personal/x24303186_student_ncirl_ie/Documents/Recordings/Analytics%20Programming%20and%20Data%20Visualisation-20251209_154720-Grava%C3%A7%C3%A3o%20da%20Reuni%C3%A3o.mp4?csf=1&amp;web=1&amp;e=nW8DJu&amp;nav=eyJyZWZlcnJhbEluZm8iOnsicmVmZXJyYWxBcHAiOiJTdHJlYW1XZWJBcHAiLCJyZWZlcnJhbFZpZXciOiJTaGFyZURpYWxvZy1MaW5rIiwicmVmZXJyYWxBcHBQbGF0Zm9ybSI6IldlYiIsInJlZmVycmFsTW9kZSI6InZpZXcifX0%3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50F2D6D-E5A7-E16F-FC64-4405F108C59B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F78EB1-7EA3-5BF5-7773-9DE6C4907F22}"/>
              </a:ext>
            </a:extLst>
          </p:cNvPr>
          <p:cNvSpPr/>
          <p:nvPr/>
        </p:nvSpPr>
        <p:spPr>
          <a:xfrm>
            <a:off x="0" y="0"/>
            <a:ext cx="4971673" cy="62498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AA8F8FF-E4AF-7A36-4D9E-C5735E03950D}"/>
              </a:ext>
            </a:extLst>
          </p:cNvPr>
          <p:cNvSpPr/>
          <p:nvPr/>
        </p:nvSpPr>
        <p:spPr>
          <a:xfrm>
            <a:off x="3806331" y="1860131"/>
            <a:ext cx="8293832" cy="2375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36000" bIns="0" anchor="ctr">
            <a:noAutofit/>
          </a:bodyPr>
          <a:lstStyle/>
          <a:p>
            <a:pPr algn="ctr"/>
            <a:r>
              <a:rPr lang="en-US" sz="4400" dirty="0">
                <a:ln w="0">
                  <a:noFill/>
                </a:ln>
              </a:rPr>
              <a:t>CRIME AND RENT ANALYTICS IN IRELAND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20F88E-0034-3147-A5CA-53FB3243FEB7}"/>
              </a:ext>
            </a:extLst>
          </p:cNvPr>
          <p:cNvSpPr txBox="1"/>
          <p:nvPr/>
        </p:nvSpPr>
        <p:spPr>
          <a:xfrm>
            <a:off x="5538642" y="3771653"/>
            <a:ext cx="60863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/>
              <a:t>Henrique Carlos da Silva Ricardo</a:t>
            </a:r>
          </a:p>
          <a:p>
            <a:pPr algn="ctr"/>
            <a:r>
              <a:rPr lang="pt-PT" sz="2800" dirty="0" err="1"/>
              <a:t>Ohifeme</a:t>
            </a:r>
            <a:r>
              <a:rPr lang="pt-PT" sz="2800" dirty="0"/>
              <a:t> Daniel </a:t>
            </a:r>
            <a:r>
              <a:rPr lang="pt-PT" sz="2800" dirty="0" err="1"/>
              <a:t>Tijesu</a:t>
            </a:r>
            <a:endParaRPr lang="pt-PT" sz="2800" dirty="0"/>
          </a:p>
          <a:p>
            <a:pPr algn="ctr"/>
            <a:endParaRPr lang="pt-PT" sz="2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B85AF1-D496-17DA-E932-3E6640903421}"/>
              </a:ext>
            </a:extLst>
          </p:cNvPr>
          <p:cNvSpPr txBox="1"/>
          <p:nvPr/>
        </p:nvSpPr>
        <p:spPr>
          <a:xfrm>
            <a:off x="5123580" y="290437"/>
            <a:ext cx="6916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/>
              <a:t>Analytics </a:t>
            </a:r>
            <a:r>
              <a:rPr lang="pt-PT" sz="2800" dirty="0" err="1"/>
              <a:t>Programming</a:t>
            </a:r>
            <a:r>
              <a:rPr lang="pt-PT" sz="2800" dirty="0"/>
              <a:t> </a:t>
            </a:r>
            <a:r>
              <a:rPr lang="pt-PT" sz="2800" dirty="0" err="1"/>
              <a:t>and</a:t>
            </a:r>
            <a:r>
              <a:rPr lang="pt-PT" sz="2800" dirty="0"/>
              <a:t> Data </a:t>
            </a:r>
            <a:r>
              <a:rPr lang="pt-PT" sz="2800" dirty="0" err="1"/>
              <a:t>Visualisation</a:t>
            </a:r>
            <a:endParaRPr lang="pt-PT" sz="2800" dirty="0"/>
          </a:p>
          <a:p>
            <a:pPr algn="ctr"/>
            <a:endParaRPr lang="pt-PT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A81E9E-8113-63B7-3CB8-631D3F4A98F1}"/>
              </a:ext>
            </a:extLst>
          </p:cNvPr>
          <p:cNvSpPr txBox="1"/>
          <p:nvPr/>
        </p:nvSpPr>
        <p:spPr>
          <a:xfrm>
            <a:off x="5123580" y="5010767"/>
            <a:ext cx="691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A </a:t>
            </a:r>
            <a:r>
              <a:rPr lang="pt-PT" sz="1600" dirty="0" err="1"/>
              <a:t>project</a:t>
            </a:r>
            <a:r>
              <a:rPr lang="pt-PT" sz="1600" dirty="0"/>
              <a:t> </a:t>
            </a:r>
            <a:r>
              <a:rPr lang="pt-PT" sz="1600" dirty="0" err="1"/>
              <a:t>examining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relationship</a:t>
            </a:r>
            <a:r>
              <a:rPr lang="pt-PT" sz="1600" dirty="0"/>
              <a:t> </a:t>
            </a:r>
            <a:r>
              <a:rPr lang="pt-PT" sz="1600" dirty="0" err="1"/>
              <a:t>between</a:t>
            </a:r>
            <a:r>
              <a:rPr lang="pt-PT" sz="1600" dirty="0"/>
              <a:t> </a:t>
            </a:r>
            <a:r>
              <a:rPr lang="pt-PT" sz="1600" dirty="0" err="1"/>
              <a:t>recorded</a:t>
            </a:r>
            <a:r>
              <a:rPr lang="pt-PT" sz="1600" dirty="0"/>
              <a:t> crime </a:t>
            </a:r>
            <a:r>
              <a:rPr lang="pt-PT" sz="1600" dirty="0" err="1"/>
              <a:t>offences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</a:t>
            </a:r>
            <a:r>
              <a:rPr lang="pt-PT" sz="1600" dirty="0" err="1"/>
              <a:t>rental</a:t>
            </a:r>
            <a:r>
              <a:rPr lang="pt-PT" sz="1600" dirty="0"/>
              <a:t> </a:t>
            </a:r>
            <a:r>
              <a:rPr lang="pt-PT" sz="1600" dirty="0" err="1"/>
              <a:t>prices</a:t>
            </a:r>
            <a:r>
              <a:rPr lang="pt-PT" sz="1600" dirty="0"/>
              <a:t> </a:t>
            </a:r>
            <a:r>
              <a:rPr lang="pt-PT" sz="1600" dirty="0" err="1"/>
              <a:t>across</a:t>
            </a:r>
            <a:r>
              <a:rPr lang="pt-PT" sz="1600" dirty="0"/>
              <a:t> </a:t>
            </a:r>
            <a:r>
              <a:rPr lang="pt-PT" sz="1600" dirty="0" err="1"/>
              <a:t>Irish</a:t>
            </a:r>
            <a:r>
              <a:rPr lang="pt-PT" sz="1600" dirty="0"/>
              <a:t> countries.</a:t>
            </a:r>
          </a:p>
          <a:p>
            <a:pPr algn="ctr"/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201886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67BFB96-3F1D-5F8C-431F-F372E7521D3F}"/>
              </a:ext>
            </a:extLst>
          </p:cNvPr>
          <p:cNvSpPr txBox="1"/>
          <p:nvPr/>
        </p:nvSpPr>
        <p:spPr>
          <a:xfrm>
            <a:off x="818259" y="1458632"/>
            <a:ext cx="10325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Analytics </a:t>
            </a:r>
            <a:r>
              <a:rPr kumimoji="0" lang="pt-PT" altLang="pt-P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Programming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kumimoji="0" lang="pt-PT" altLang="pt-P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and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Data Visualisation-20251209_154720-Gravação da Reunião.mp4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CC9FAC-0155-AA9A-C6F9-00DE13E4CF0C}"/>
              </a:ext>
            </a:extLst>
          </p:cNvPr>
          <p:cNvSpPr txBox="1"/>
          <p:nvPr/>
        </p:nvSpPr>
        <p:spPr>
          <a:xfrm>
            <a:off x="4875860" y="438370"/>
            <a:ext cx="2020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Recording</a:t>
            </a:r>
            <a:endParaRPr lang="pt-PT" sz="3200" b="1" dirty="0"/>
          </a:p>
        </p:txBody>
      </p:sp>
    </p:spTree>
    <p:extLst>
      <p:ext uri="{BB962C8B-B14F-4D97-AF65-F5344CB8AC3E}">
        <p14:creationId xmlns:p14="http://schemas.microsoft.com/office/powerpoint/2010/main" val="166659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54D6C-C671-8DD3-650D-DDD59779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4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56424B-8D2D-EFCD-579D-C65B828E87C3}"/>
              </a:ext>
            </a:extLst>
          </p:cNvPr>
          <p:cNvSpPr txBox="1"/>
          <p:nvPr/>
        </p:nvSpPr>
        <p:spPr>
          <a:xfrm>
            <a:off x="838200" y="4669978"/>
            <a:ext cx="4391024" cy="1173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 &amp; Motivation</a:t>
            </a:r>
          </a:p>
        </p:txBody>
      </p:sp>
      <p:pic>
        <p:nvPicPr>
          <p:cNvPr id="17" name="Imagem 16" descr="Uma imagem com póster, captura de ecrã, texto, árvore">
            <a:extLst>
              <a:ext uri="{FF2B5EF4-FFF2-40B4-BE49-F238E27FC236}">
                <a16:creationId xmlns:a16="http://schemas.microsoft.com/office/drawing/2014/main" id="{D0DA2664-895C-67F0-E826-1AFDF37C5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4" r="1" b="1"/>
          <a:stretch>
            <a:fillRect/>
          </a:stretch>
        </p:blipFill>
        <p:spPr>
          <a:xfrm>
            <a:off x="20" y="10"/>
            <a:ext cx="4000480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</p:spPr>
      </p:pic>
      <p:pic>
        <p:nvPicPr>
          <p:cNvPr id="14" name="Imagem 13" descr="Uma imagem com pessoa, vestuário, ar livre, Cara humana&#10;&#10;Os conteúdos gerados por IA podem estar incorretos.">
            <a:extLst>
              <a:ext uri="{FF2B5EF4-FFF2-40B4-BE49-F238E27FC236}">
                <a16:creationId xmlns:a16="http://schemas.microsoft.com/office/drawing/2014/main" id="{36066195-BB08-2700-C810-C4A2F2A01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5" r="16980" b="1"/>
          <a:stretch>
            <a:fillRect/>
          </a:stretch>
        </p:blipFill>
        <p:spPr>
          <a:xfrm>
            <a:off x="4191002" y="10"/>
            <a:ext cx="3809998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8FB5AA9-4ADE-AD54-BC36-7A783C5E8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1" r="23002" b="2"/>
          <a:stretch>
            <a:fillRect/>
          </a:stretch>
        </p:blipFill>
        <p:spPr>
          <a:xfrm>
            <a:off x="8181875" y="-1"/>
            <a:ext cx="4000500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C9A6020-BA33-BB5D-8DFB-8743B3FC711B}"/>
              </a:ext>
            </a:extLst>
          </p:cNvPr>
          <p:cNvSpPr txBox="1"/>
          <p:nvPr/>
        </p:nvSpPr>
        <p:spPr>
          <a:xfrm>
            <a:off x="5664201" y="4766267"/>
            <a:ext cx="5692774" cy="107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>
                    <a:alpha val="80000"/>
                  </a:schemeClr>
                </a:solidFill>
              </a:rPr>
              <a:t>Our motivation stands from the significant socio-economic challenges currently faced in Ireland: the high and ever increasing rate of housing costs and the rising crime rates.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1C21879-47FD-9EFF-41E2-A66C92F5FD14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381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F82AE67-B319-C449-EFA8-C62AA3387047}"/>
              </a:ext>
            </a:extLst>
          </p:cNvPr>
          <p:cNvSpPr txBox="1"/>
          <p:nvPr/>
        </p:nvSpPr>
        <p:spPr>
          <a:xfrm>
            <a:off x="841247" y="978619"/>
            <a:ext cx="341071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latin typeface="+mj-lt"/>
                <a:ea typeface="+mj-ea"/>
                <a:cs typeface="+mj-cs"/>
              </a:rPr>
              <a:t>Research Question &amp; Objectives</a:t>
            </a:r>
          </a:p>
        </p:txBody>
      </p:sp>
      <p:sp>
        <p:nvSpPr>
          <p:cNvPr id="37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2FACBB-7B5D-04E1-6F2B-752B6880FCEF}"/>
              </a:ext>
            </a:extLst>
          </p:cNvPr>
          <p:cNvSpPr txBox="1"/>
          <p:nvPr/>
        </p:nvSpPr>
        <p:spPr>
          <a:xfrm>
            <a:off x="841247" y="2359152"/>
            <a:ext cx="3410712" cy="3425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To what extent is there a relationship between recorded crime levels and rental prices across Irish countries over time?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1" dirty="0"/>
              <a:t>Key Objectives: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Build a complete data engineering system integrating the Crime and Rental datasets.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Create a single, consolidated database on the county and year level.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Create an interactive </a:t>
            </a:r>
            <a:r>
              <a:rPr lang="en-US" sz="1300" dirty="0" err="1"/>
              <a:t>Streamlit</a:t>
            </a:r>
            <a:r>
              <a:rPr lang="en-US" sz="1300" dirty="0"/>
              <a:t> dashboard.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Provide clear answers on how crime and rent data correlate across counties and time periods.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b="1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88BF2A0-55F2-BA15-A361-EB7C4EA49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93" r="-1" b="14169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50F2D6D-E5A7-E16F-FC64-4405F108C59B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563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50F2D6D-E5A7-E16F-FC64-4405F108C59B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E303CA-5DC1-B125-FE15-8AAF7E07162C}"/>
              </a:ext>
            </a:extLst>
          </p:cNvPr>
          <p:cNvSpPr txBox="1"/>
          <p:nvPr/>
        </p:nvSpPr>
        <p:spPr>
          <a:xfrm>
            <a:off x="4875860" y="438370"/>
            <a:ext cx="298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/>
              <a:t>Data </a:t>
            </a:r>
            <a:r>
              <a:rPr lang="pt-PT" sz="3200" b="1" dirty="0" err="1"/>
              <a:t>Sources</a:t>
            </a:r>
            <a:endParaRPr lang="pt-PT" sz="3200" b="1" dirty="0"/>
          </a:p>
        </p:txBody>
      </p:sp>
      <p:pic>
        <p:nvPicPr>
          <p:cNvPr id="4" name="Imagem 3" descr="Uma imagem com Tipo de letra, Gráficos, captura de ecrã, design gráfico&#10;&#10;Os conteúdos gerados por IA podem estar incorretos.">
            <a:extLst>
              <a:ext uri="{FF2B5EF4-FFF2-40B4-BE49-F238E27FC236}">
                <a16:creationId xmlns:a16="http://schemas.microsoft.com/office/drawing/2014/main" id="{56841FDC-AA2E-BB22-296A-45A99ABD4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413" y="1826846"/>
            <a:ext cx="3223590" cy="1120913"/>
          </a:xfrm>
          <a:prstGeom prst="rect">
            <a:avLst/>
          </a:prstGeom>
        </p:spPr>
      </p:pic>
      <p:pic>
        <p:nvPicPr>
          <p:cNvPr id="6" name="Imagem 5" descr="Uma imagem com texto, logótipo, Tipo de letra, Gráficos&#10;&#10;Os conteúdos gerados por IA podem estar incorretos.">
            <a:extLst>
              <a:ext uri="{FF2B5EF4-FFF2-40B4-BE49-F238E27FC236}">
                <a16:creationId xmlns:a16="http://schemas.microsoft.com/office/drawing/2014/main" id="{1ED1CF5C-C048-869E-878D-0B74375D8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2" t="11583" r="15074" b="11285"/>
          <a:stretch>
            <a:fillRect/>
          </a:stretch>
        </p:blipFill>
        <p:spPr>
          <a:xfrm>
            <a:off x="7305575" y="1696054"/>
            <a:ext cx="1222408" cy="130838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900A8A1-C94A-C08B-3F5E-B8758CAB89E6}"/>
              </a:ext>
            </a:extLst>
          </p:cNvPr>
          <p:cNvSpPr txBox="1"/>
          <p:nvPr/>
        </p:nvSpPr>
        <p:spPr>
          <a:xfrm>
            <a:off x="2068852" y="2986934"/>
            <a:ext cx="3410712" cy="5847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CSO Recorded Crime Offences: Official crime statistics by county and year with incident counts by type in CSV file.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B5164D-11A6-0C92-B39A-EDF9FC6D6057}"/>
              </a:ext>
            </a:extLst>
          </p:cNvPr>
          <p:cNvSpPr txBox="1"/>
          <p:nvPr/>
        </p:nvSpPr>
        <p:spPr>
          <a:xfrm>
            <a:off x="6571445" y="2986932"/>
            <a:ext cx="3410712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RTB Rent Index: Private rental market prices by region and quarter in JSON format.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6193E8-60AB-5484-82DC-DB92F94AB6D5}"/>
              </a:ext>
            </a:extLst>
          </p:cNvPr>
          <p:cNvSpPr txBox="1"/>
          <p:nvPr/>
        </p:nvSpPr>
        <p:spPr>
          <a:xfrm>
            <a:off x="1975291" y="5665106"/>
            <a:ext cx="3410712" cy="584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Both datasets contain 2000+ rows.</a:t>
            </a:r>
          </a:p>
        </p:txBody>
      </p:sp>
    </p:spTree>
    <p:extLst>
      <p:ext uri="{BB962C8B-B14F-4D97-AF65-F5344CB8AC3E}">
        <p14:creationId xmlns:p14="http://schemas.microsoft.com/office/powerpoint/2010/main" val="102696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50F2D6D-E5A7-E16F-FC64-4405F108C59B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F82AE67-B319-C449-EFA8-C62AA3387047}"/>
              </a:ext>
            </a:extLst>
          </p:cNvPr>
          <p:cNvSpPr txBox="1"/>
          <p:nvPr/>
        </p:nvSpPr>
        <p:spPr>
          <a:xfrm>
            <a:off x="3372221" y="438370"/>
            <a:ext cx="5521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/>
              <a:t>ETL Pipeline &amp; </a:t>
            </a:r>
            <a:r>
              <a:rPr lang="pt-PT" sz="3200" b="1" dirty="0" err="1"/>
              <a:t>Architecture</a:t>
            </a:r>
            <a:endParaRPr lang="pt-PT" sz="3200" b="1" dirty="0"/>
          </a:p>
        </p:txBody>
      </p:sp>
      <p:pic>
        <p:nvPicPr>
          <p:cNvPr id="20" name="Imagem 19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0FB517FE-596B-B13B-5C98-EBB2AD86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5" t="32722" r="73694" b="30165"/>
          <a:stretch>
            <a:fillRect/>
          </a:stretch>
        </p:blipFill>
        <p:spPr>
          <a:xfrm>
            <a:off x="1887017" y="1989715"/>
            <a:ext cx="808057" cy="825853"/>
          </a:xfrm>
          <a:prstGeom prst="rect">
            <a:avLst/>
          </a:prstGeom>
        </p:spPr>
      </p:pic>
      <p:pic>
        <p:nvPicPr>
          <p:cNvPr id="22" name="Imagem 21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21276E14-57B0-9859-6045-F132F9AB4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1" t="18712" r="64136" b="19886"/>
          <a:stretch>
            <a:fillRect/>
          </a:stretch>
        </p:blipFill>
        <p:spPr>
          <a:xfrm>
            <a:off x="2695074" y="1504564"/>
            <a:ext cx="608122" cy="1918335"/>
          </a:xfrm>
          <a:prstGeom prst="rect">
            <a:avLst/>
          </a:prstGeom>
        </p:spPr>
      </p:pic>
      <p:pic>
        <p:nvPicPr>
          <p:cNvPr id="23" name="Imagem 22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1968B74F-6C8E-C087-5BE8-D6322C798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5" t="32722" r="73694" b="30165"/>
          <a:stretch>
            <a:fillRect/>
          </a:stretch>
        </p:blipFill>
        <p:spPr>
          <a:xfrm>
            <a:off x="3339640" y="1991846"/>
            <a:ext cx="808057" cy="825853"/>
          </a:xfrm>
          <a:prstGeom prst="rect">
            <a:avLst/>
          </a:prstGeom>
        </p:spPr>
      </p:pic>
      <p:pic>
        <p:nvPicPr>
          <p:cNvPr id="24" name="Imagem 23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0A098251-08B5-16F6-B201-83A462DA2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9" t="22878" r="33377" b="27961"/>
          <a:stretch>
            <a:fillRect/>
          </a:stretch>
        </p:blipFill>
        <p:spPr>
          <a:xfrm>
            <a:off x="4249235" y="1070927"/>
            <a:ext cx="1145407" cy="1360112"/>
          </a:xfrm>
          <a:prstGeom prst="rect">
            <a:avLst/>
          </a:prstGeom>
        </p:spPr>
      </p:pic>
      <p:pic>
        <p:nvPicPr>
          <p:cNvPr id="25" name="Imagem 24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22E49DE5-4F7D-EB3F-020E-281A22580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9" t="22878" r="33377" b="27961"/>
          <a:stretch>
            <a:fillRect/>
          </a:stretch>
        </p:blipFill>
        <p:spPr>
          <a:xfrm>
            <a:off x="4269597" y="2347700"/>
            <a:ext cx="1145407" cy="1360112"/>
          </a:xfrm>
          <a:prstGeom prst="rect">
            <a:avLst/>
          </a:prstGeom>
        </p:spPr>
      </p:pic>
      <p:pic>
        <p:nvPicPr>
          <p:cNvPr id="26" name="Imagem 25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90EC9A9E-7E60-B091-B768-4F99C1E6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84" t="20107" r="1480" b="29059"/>
          <a:stretch>
            <a:fillRect/>
          </a:stretch>
        </p:blipFill>
        <p:spPr>
          <a:xfrm>
            <a:off x="6442554" y="1537242"/>
            <a:ext cx="1395664" cy="1588169"/>
          </a:xfrm>
          <a:prstGeom prst="rect">
            <a:avLst/>
          </a:prstGeom>
        </p:spPr>
      </p:pic>
      <p:pic>
        <p:nvPicPr>
          <p:cNvPr id="28" name="Imagem 27" descr="Uma imagem com preto, escuridão&#10;&#10;Os conteúdos gerados por IA podem estar incorretos.">
            <a:extLst>
              <a:ext uri="{FF2B5EF4-FFF2-40B4-BE49-F238E27FC236}">
                <a16:creationId xmlns:a16="http://schemas.microsoft.com/office/drawing/2014/main" id="{B4B8B429-4C0F-B3C5-68C9-2A56FF6DA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21" y="2458855"/>
            <a:ext cx="608120" cy="608120"/>
          </a:xfrm>
          <a:prstGeom prst="rect">
            <a:avLst/>
          </a:prstGeom>
        </p:spPr>
      </p:pic>
      <p:pic>
        <p:nvPicPr>
          <p:cNvPr id="30" name="Imagem 29" descr="Uma imagem com símbolo, Tipo de letra, Gráficos, logótipo&#10;&#10;Os conteúdos gerados por IA podem estar incorretos.">
            <a:extLst>
              <a:ext uri="{FF2B5EF4-FFF2-40B4-BE49-F238E27FC236}">
                <a16:creationId xmlns:a16="http://schemas.microsoft.com/office/drawing/2014/main" id="{A39230D5-5555-59B9-460C-F3D12BF67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21" y="1697359"/>
            <a:ext cx="514829" cy="545530"/>
          </a:xfrm>
          <a:prstGeom prst="rect">
            <a:avLst/>
          </a:prstGeom>
        </p:spPr>
      </p:pic>
      <p:pic>
        <p:nvPicPr>
          <p:cNvPr id="31" name="Imagem 30" descr="Uma imagem com texto, captura de ecrã, Tipo de letra, diagrama&#10;&#10;Os conteúdos gerados por IA podem estar incorretos.">
            <a:extLst>
              <a:ext uri="{FF2B5EF4-FFF2-40B4-BE49-F238E27FC236}">
                <a16:creationId xmlns:a16="http://schemas.microsoft.com/office/drawing/2014/main" id="{1AE4C02B-7770-A6AA-1F5F-B504B8172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5" t="32722" r="73694" b="30165"/>
          <a:stretch>
            <a:fillRect/>
          </a:stretch>
        </p:blipFill>
        <p:spPr>
          <a:xfrm>
            <a:off x="5459736" y="1989715"/>
            <a:ext cx="808057" cy="82585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789D6651-556D-83CD-6F0C-AD58565F7328}"/>
              </a:ext>
            </a:extLst>
          </p:cNvPr>
          <p:cNvSpPr txBox="1"/>
          <p:nvPr/>
        </p:nvSpPr>
        <p:spPr>
          <a:xfrm>
            <a:off x="906269" y="1207408"/>
            <a:ext cx="1706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Data </a:t>
            </a:r>
            <a:r>
              <a:rPr lang="pt-PT" sz="1200" dirty="0" err="1"/>
              <a:t>Sources</a:t>
            </a:r>
            <a:endParaRPr lang="pt-PT" sz="12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9D0C744-EEBC-7CC2-51FB-C303C381CB6E}"/>
              </a:ext>
            </a:extLst>
          </p:cNvPr>
          <p:cNvSpPr txBox="1"/>
          <p:nvPr/>
        </p:nvSpPr>
        <p:spPr>
          <a:xfrm>
            <a:off x="3380850" y="1684068"/>
            <a:ext cx="962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/>
              <a:t>Load</a:t>
            </a:r>
            <a:endParaRPr lang="pt-PT" sz="14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3BD52DF-18D6-8FA0-0AF3-B15C797DE625}"/>
              </a:ext>
            </a:extLst>
          </p:cNvPr>
          <p:cNvSpPr txBox="1"/>
          <p:nvPr/>
        </p:nvSpPr>
        <p:spPr>
          <a:xfrm>
            <a:off x="6532018" y="3017703"/>
            <a:ext cx="1182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Analytics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9CABA7D-5144-BBB1-6047-F512D22866C2}"/>
              </a:ext>
            </a:extLst>
          </p:cNvPr>
          <p:cNvSpPr txBox="1"/>
          <p:nvPr/>
        </p:nvSpPr>
        <p:spPr>
          <a:xfrm>
            <a:off x="1834937" y="1711792"/>
            <a:ext cx="1182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/>
              <a:t>Transform</a:t>
            </a:r>
            <a:endParaRPr lang="pt-PT" sz="1400" dirty="0"/>
          </a:p>
        </p:txBody>
      </p:sp>
      <p:pic>
        <p:nvPicPr>
          <p:cNvPr id="38" name="Imagem 37" descr="Uma imagem com clipart, Gráficos, símbolo, design&#10;&#10;Os conteúdos gerados por IA podem estar incorretos.">
            <a:extLst>
              <a:ext uri="{FF2B5EF4-FFF2-40B4-BE49-F238E27FC236}">
                <a16:creationId xmlns:a16="http://schemas.microsoft.com/office/drawing/2014/main" id="{85AE08BE-0460-3503-DF13-F6DD73B1D0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459" y="1225042"/>
            <a:ext cx="459126" cy="473338"/>
          </a:xfrm>
          <a:prstGeom prst="rect">
            <a:avLst/>
          </a:prstGeom>
        </p:spPr>
      </p:pic>
      <p:pic>
        <p:nvPicPr>
          <p:cNvPr id="40" name="Imagem 39" descr="Uma imagem com Gráficos, logótipo, clipart, design&#10;&#10;Os conteúdos gerados por IA podem estar incorretos.">
            <a:extLst>
              <a:ext uri="{FF2B5EF4-FFF2-40B4-BE49-F238E27FC236}">
                <a16:creationId xmlns:a16="http://schemas.microsoft.com/office/drawing/2014/main" id="{051A3EBF-9549-B50C-A972-227652C510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12" y="2547551"/>
            <a:ext cx="519424" cy="519424"/>
          </a:xfrm>
          <a:prstGeom prst="rect">
            <a:avLst/>
          </a:prstGeom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5B9F5C11-76E2-69BE-1B78-70C55190A927}"/>
              </a:ext>
            </a:extLst>
          </p:cNvPr>
          <p:cNvSpPr txBox="1"/>
          <p:nvPr/>
        </p:nvSpPr>
        <p:spPr>
          <a:xfrm>
            <a:off x="298682" y="1750983"/>
            <a:ext cx="1182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/>
              <a:t>Extract</a:t>
            </a:r>
            <a:endParaRPr lang="pt-PT" sz="1400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0D0C537-FBAA-EAFE-E636-1FF14F0B3C9C}"/>
              </a:ext>
            </a:extLst>
          </p:cNvPr>
          <p:cNvSpPr txBox="1"/>
          <p:nvPr/>
        </p:nvSpPr>
        <p:spPr>
          <a:xfrm>
            <a:off x="512581" y="3773269"/>
            <a:ext cx="3410712" cy="216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Extract: read crime_data.csv and </a:t>
            </a:r>
            <a:r>
              <a:rPr lang="en-US" sz="1300" dirty="0" err="1"/>
              <a:t>rent_data.json</a:t>
            </a:r>
            <a:r>
              <a:rPr lang="en-US" sz="1300" dirty="0"/>
              <a:t> using pandar and </a:t>
            </a:r>
            <a:r>
              <a:rPr lang="en-US" sz="1300" dirty="0" err="1"/>
              <a:t>json</a:t>
            </a:r>
            <a:r>
              <a:rPr lang="en-US" sz="1300" dirty="0"/>
              <a:t> libraries.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Transform: Standardize columns, map Garda divisions to counties, filter years, aggregation to county-year level.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Load: Write cleaned tables to PostgreSQL, save metadata to MongoDB, build </a:t>
            </a:r>
            <a:r>
              <a:rPr lang="en-US" sz="1300" dirty="0" err="1"/>
              <a:t>crime_rent_panel</a:t>
            </a:r>
            <a:endParaRPr lang="en-US" sz="1300" dirty="0"/>
          </a:p>
        </p:txBody>
      </p:sp>
      <p:pic>
        <p:nvPicPr>
          <p:cNvPr id="44" name="Imagem 43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ED6C31E7-7C16-FEFA-34FE-AE05821449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709" y="3459017"/>
            <a:ext cx="3738032" cy="214741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D81C28CD-C8EA-2CDC-7801-F9805014092F}"/>
              </a:ext>
            </a:extLst>
          </p:cNvPr>
          <p:cNvSpPr txBox="1"/>
          <p:nvPr/>
        </p:nvSpPr>
        <p:spPr>
          <a:xfrm>
            <a:off x="6806178" y="5625161"/>
            <a:ext cx="5311758" cy="2723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pt-PT"/>
            </a:defPPr>
            <a:lvl1pPr>
              <a:lnSpc>
                <a:spcPct val="90000"/>
              </a:lnSpc>
              <a:spcAft>
                <a:spcPts val="600"/>
              </a:spcAft>
              <a:defRPr sz="1300"/>
            </a:lvl1pPr>
          </a:lstStyle>
          <a:p>
            <a:r>
              <a:rPr lang="en-US" dirty="0"/>
              <a:t>Orchestrate: Use </a:t>
            </a:r>
            <a:r>
              <a:rPr lang="en-US" dirty="0" err="1"/>
              <a:t>Dagster</a:t>
            </a:r>
            <a:r>
              <a:rPr lang="en-US" dirty="0"/>
              <a:t> to define ops and jobs, monitor execution via web UI</a:t>
            </a:r>
          </a:p>
        </p:txBody>
      </p:sp>
    </p:spTree>
    <p:extLst>
      <p:ext uri="{BB962C8B-B14F-4D97-AF65-F5344CB8AC3E}">
        <p14:creationId xmlns:p14="http://schemas.microsoft.com/office/powerpoint/2010/main" val="11536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CE0A-65CE-001C-2DF4-0346D0C4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m texto, captura de ecrã, Tipo de letra, número">
            <a:extLst>
              <a:ext uri="{FF2B5EF4-FFF2-40B4-BE49-F238E27FC236}">
                <a16:creationId xmlns:a16="http://schemas.microsoft.com/office/drawing/2014/main" id="{D7011B37-95AD-6FCC-E32F-7DCFAB2D7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25" b="2814"/>
          <a:stretch>
            <a:fillRect/>
          </a:stretch>
        </p:blipFill>
        <p:spPr>
          <a:xfrm>
            <a:off x="7604006" y="946505"/>
            <a:ext cx="4587994" cy="5926296"/>
          </a:xfrm>
          <a:prstGeom prst="rect">
            <a:avLst/>
          </a:prstGeom>
        </p:spPr>
      </p:pic>
      <p:pic>
        <p:nvPicPr>
          <p:cNvPr id="5" name="Imagem 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492C335B-6BB1-6DD5-F09B-3D1D1A357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842" b="43359"/>
          <a:stretch>
            <a:fillRect/>
          </a:stretch>
        </p:blipFill>
        <p:spPr>
          <a:xfrm>
            <a:off x="3420952" y="1255905"/>
            <a:ext cx="5817956" cy="5307496"/>
          </a:xfrm>
          <a:prstGeom prst="rect">
            <a:avLst/>
          </a:prstGeom>
        </p:spPr>
      </p:pic>
      <p:pic>
        <p:nvPicPr>
          <p:cNvPr id="6" name="Imagem 5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34744A7C-14C5-B685-55EF-8BC9E154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655"/>
          <a:stretch>
            <a:fillRect/>
          </a:stretch>
        </p:blipFill>
        <p:spPr>
          <a:xfrm>
            <a:off x="0" y="946505"/>
            <a:ext cx="5836909" cy="523792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0809D56-72F9-C335-CD91-AA3003472017}"/>
              </a:ext>
            </a:extLst>
          </p:cNvPr>
          <p:cNvSpPr txBox="1"/>
          <p:nvPr/>
        </p:nvSpPr>
        <p:spPr>
          <a:xfrm>
            <a:off x="3420952" y="438370"/>
            <a:ext cx="6013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Dashboard</a:t>
            </a:r>
            <a:r>
              <a:rPr lang="pt-PT" sz="3200" b="1" dirty="0"/>
              <a:t> Design &amp; </a:t>
            </a:r>
            <a:r>
              <a:rPr lang="pt-PT" sz="3200" b="1" dirty="0" err="1"/>
              <a:t>Functionality</a:t>
            </a:r>
            <a:endParaRPr lang="pt-PT" sz="3200" b="1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B21FCE-8AC8-45B8-F64D-C0BF0A29F33D}"/>
              </a:ext>
            </a:extLst>
          </p:cNvPr>
          <p:cNvSpPr/>
          <p:nvPr/>
        </p:nvSpPr>
        <p:spPr>
          <a:xfrm>
            <a:off x="1481328" y="2478024"/>
            <a:ext cx="3602736" cy="466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54F3DEE-2148-855A-4478-9BD23BA7C6DE}"/>
              </a:ext>
            </a:extLst>
          </p:cNvPr>
          <p:cNvSpPr/>
          <p:nvPr/>
        </p:nvSpPr>
        <p:spPr>
          <a:xfrm>
            <a:off x="5632703" y="4251960"/>
            <a:ext cx="3346705" cy="1039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04D6B8-35B9-1DEA-C678-4D51F3ED4E0F}"/>
              </a:ext>
            </a:extLst>
          </p:cNvPr>
          <p:cNvSpPr/>
          <p:nvPr/>
        </p:nvSpPr>
        <p:spPr>
          <a:xfrm>
            <a:off x="5836909" y="1714564"/>
            <a:ext cx="3142499" cy="2043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3C175A7-74D7-F9DC-1EBB-22E2D298556E}"/>
              </a:ext>
            </a:extLst>
          </p:cNvPr>
          <p:cNvSpPr/>
          <p:nvPr/>
        </p:nvSpPr>
        <p:spPr>
          <a:xfrm>
            <a:off x="9238908" y="4681728"/>
            <a:ext cx="2882999" cy="1039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5AF808-A3E7-6834-3F1F-0B7CF74FBCCE}"/>
              </a:ext>
            </a:extLst>
          </p:cNvPr>
          <p:cNvSpPr txBox="1"/>
          <p:nvPr/>
        </p:nvSpPr>
        <p:spPr>
          <a:xfrm>
            <a:off x="4207771" y="2298547"/>
            <a:ext cx="1252715" cy="25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Metrics Header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8D3E7E-2362-99F4-879C-D4FE9FE8176F}"/>
              </a:ext>
            </a:extLst>
          </p:cNvPr>
          <p:cNvSpPr txBox="1"/>
          <p:nvPr/>
        </p:nvSpPr>
        <p:spPr>
          <a:xfrm>
            <a:off x="7986193" y="4088783"/>
            <a:ext cx="1252715" cy="25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Time Series Analysis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827256D-0E13-A1B9-EA42-27A0CF6CB1D0}"/>
              </a:ext>
            </a:extLst>
          </p:cNvPr>
          <p:cNvSpPr txBox="1"/>
          <p:nvPr/>
        </p:nvSpPr>
        <p:spPr>
          <a:xfrm>
            <a:off x="7776533" y="1748220"/>
            <a:ext cx="1252715" cy="25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Geospatial Heatmap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73FED9F-501D-CFDF-9354-DB62C3483BE9}"/>
              </a:ext>
            </a:extLst>
          </p:cNvPr>
          <p:cNvSpPr txBox="1"/>
          <p:nvPr/>
        </p:nvSpPr>
        <p:spPr>
          <a:xfrm>
            <a:off x="11006005" y="4681728"/>
            <a:ext cx="1252715" cy="25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Correlation Analysis</a:t>
            </a:r>
          </a:p>
        </p:txBody>
      </p:sp>
    </p:spTree>
    <p:extLst>
      <p:ext uri="{BB962C8B-B14F-4D97-AF65-F5344CB8AC3E}">
        <p14:creationId xmlns:p14="http://schemas.microsoft.com/office/powerpoint/2010/main" val="6351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322C-B7FE-EED7-55BD-286D96D2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00CC161-2ABB-B7B8-F630-B0BD041183C8}"/>
              </a:ext>
            </a:extLst>
          </p:cNvPr>
          <p:cNvSpPr txBox="1"/>
          <p:nvPr/>
        </p:nvSpPr>
        <p:spPr>
          <a:xfrm>
            <a:off x="4883993" y="438370"/>
            <a:ext cx="2675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Key</a:t>
            </a:r>
            <a:r>
              <a:rPr lang="pt-PT" sz="3200" b="1" dirty="0"/>
              <a:t> </a:t>
            </a:r>
            <a:r>
              <a:rPr lang="pt-PT" sz="3200" b="1" dirty="0" err="1"/>
              <a:t>Findings</a:t>
            </a:r>
            <a:endParaRPr lang="pt-PT" sz="32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6A850-D192-179E-BF0D-41936992392E}"/>
              </a:ext>
            </a:extLst>
          </p:cNvPr>
          <p:cNvSpPr txBox="1"/>
          <p:nvPr/>
        </p:nvSpPr>
        <p:spPr>
          <a:xfrm>
            <a:off x="71697" y="1409288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0.51</a:t>
            </a:r>
          </a:p>
          <a:p>
            <a:pPr algn="ctr"/>
            <a:r>
              <a:rPr lang="pt-PT" sz="1600" b="1" dirty="0" err="1"/>
              <a:t>Correlation</a:t>
            </a:r>
            <a:r>
              <a:rPr lang="pt-PT" sz="1600" b="1" dirty="0"/>
              <a:t> </a:t>
            </a:r>
            <a:r>
              <a:rPr lang="pt-PT" sz="1600" b="1" dirty="0" err="1"/>
              <a:t>Coefficient</a:t>
            </a:r>
            <a:endParaRPr lang="pt-PT" sz="16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A5BA91-9B64-3455-1CDE-78A77B502084}"/>
              </a:ext>
            </a:extLst>
          </p:cNvPr>
          <p:cNvSpPr txBox="1"/>
          <p:nvPr/>
        </p:nvSpPr>
        <p:spPr>
          <a:xfrm>
            <a:off x="50361" y="4115912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22</a:t>
            </a:r>
          </a:p>
          <a:p>
            <a:pPr algn="ctr"/>
            <a:r>
              <a:rPr lang="pt-PT" sz="1600" b="1" dirty="0" err="1"/>
              <a:t>Counties</a:t>
            </a:r>
            <a:r>
              <a:rPr lang="pt-PT" sz="1600" b="1" dirty="0"/>
              <a:t> </a:t>
            </a:r>
            <a:r>
              <a:rPr lang="pt-PT" sz="1600" b="1" dirty="0" err="1"/>
              <a:t>Analysed</a:t>
            </a:r>
            <a:endParaRPr lang="pt-PT" sz="16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3073AB-C9CB-6C07-B754-1C2AEA00436C}"/>
              </a:ext>
            </a:extLst>
          </p:cNvPr>
          <p:cNvSpPr txBox="1"/>
          <p:nvPr/>
        </p:nvSpPr>
        <p:spPr>
          <a:xfrm>
            <a:off x="9781639" y="1409288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300+</a:t>
            </a:r>
          </a:p>
          <a:p>
            <a:pPr algn="ctr"/>
            <a:r>
              <a:rPr lang="pt-PT" sz="1600" b="1" dirty="0"/>
              <a:t>Data </a:t>
            </a:r>
            <a:r>
              <a:rPr lang="pt-PT" sz="1600" b="1" dirty="0" err="1"/>
              <a:t>Points</a:t>
            </a:r>
            <a:endParaRPr lang="pt-PT" sz="1600" b="1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F5CE89B-0A1F-C883-BCCB-A1ADA42085F7}"/>
              </a:ext>
            </a:extLst>
          </p:cNvPr>
          <p:cNvSpPr txBox="1"/>
          <p:nvPr/>
        </p:nvSpPr>
        <p:spPr>
          <a:xfrm>
            <a:off x="71697" y="2486506"/>
            <a:ext cx="2351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Weak</a:t>
            </a:r>
            <a:r>
              <a:rPr lang="pt-PT" dirty="0"/>
              <a:t> to </a:t>
            </a:r>
            <a:r>
              <a:rPr lang="pt-PT" dirty="0" err="1"/>
              <a:t>moderate</a:t>
            </a:r>
            <a:r>
              <a:rPr lang="pt-PT" dirty="0"/>
              <a:t> positive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crime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rent</a:t>
            </a:r>
            <a:r>
              <a:rPr lang="pt-PT" dirty="0"/>
              <a:t> </a:t>
            </a:r>
            <a:r>
              <a:rPr lang="pt-PT" dirty="0" err="1"/>
              <a:t>across</a:t>
            </a:r>
            <a:r>
              <a:rPr lang="pt-PT" dirty="0"/>
              <a:t> all countries (2008-2024)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14254D7-A66A-FB2A-37DD-F1597A66B096}"/>
              </a:ext>
            </a:extLst>
          </p:cNvPr>
          <p:cNvSpPr txBox="1"/>
          <p:nvPr/>
        </p:nvSpPr>
        <p:spPr>
          <a:xfrm>
            <a:off x="50361" y="5212518"/>
            <a:ext cx="2351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Comprenhensive</a:t>
            </a:r>
            <a:r>
              <a:rPr lang="pt-PT" dirty="0"/>
              <a:t> </a:t>
            </a:r>
            <a:r>
              <a:rPr lang="pt-PT" dirty="0" err="1"/>
              <a:t>coverage</a:t>
            </a:r>
            <a:r>
              <a:rPr lang="pt-PT" dirty="0"/>
              <a:t> </a:t>
            </a:r>
            <a:r>
              <a:rPr lang="pt-PT" dirty="0" err="1"/>
              <a:t>across</a:t>
            </a:r>
            <a:r>
              <a:rPr lang="pt-PT" dirty="0"/>
              <a:t> Ireland </a:t>
            </a:r>
            <a:r>
              <a:rPr lang="pt-PT" dirty="0" err="1"/>
              <a:t>from</a:t>
            </a:r>
            <a:r>
              <a:rPr lang="pt-PT" dirty="0"/>
              <a:t> 2008 to 2024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C5308A4-CD6C-8068-898D-C5BD4FD467C6}"/>
              </a:ext>
            </a:extLst>
          </p:cNvPr>
          <p:cNvSpPr txBox="1"/>
          <p:nvPr/>
        </p:nvSpPr>
        <p:spPr>
          <a:xfrm>
            <a:off x="9875849" y="2505670"/>
            <a:ext cx="2351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County</a:t>
            </a:r>
            <a:r>
              <a:rPr lang="pt-PT" dirty="0"/>
              <a:t> </a:t>
            </a:r>
            <a:r>
              <a:rPr lang="pt-PT" dirty="0" err="1"/>
              <a:t>year</a:t>
            </a:r>
            <a:r>
              <a:rPr lang="pt-PT" dirty="0"/>
              <a:t> </a:t>
            </a:r>
            <a:r>
              <a:rPr lang="pt-PT" dirty="0" err="1"/>
              <a:t>observations</a:t>
            </a:r>
            <a:r>
              <a:rPr lang="pt-PT" dirty="0"/>
              <a:t> in final </a:t>
            </a:r>
            <a:r>
              <a:rPr lang="pt-PT" dirty="0" err="1"/>
              <a:t>integrated</a:t>
            </a:r>
            <a:r>
              <a:rPr lang="pt-PT" dirty="0"/>
              <a:t> </a:t>
            </a:r>
            <a:r>
              <a:rPr lang="pt-PT" dirty="0" err="1"/>
              <a:t>dataset</a:t>
            </a:r>
            <a:r>
              <a:rPr lang="pt-PT" dirty="0"/>
              <a:t>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386BF3E-C1E6-B5B1-9663-6EF674CB5783}"/>
              </a:ext>
            </a:extLst>
          </p:cNvPr>
          <p:cNvSpPr txBox="1"/>
          <p:nvPr/>
        </p:nvSpPr>
        <p:spPr>
          <a:xfrm>
            <a:off x="2423160" y="6188797"/>
            <a:ext cx="8485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/>
              <a:t>Dublin </a:t>
            </a:r>
            <a:r>
              <a:rPr lang="pt-PT" sz="1200" dirty="0" err="1"/>
              <a:t>exhibiting</a:t>
            </a:r>
            <a:r>
              <a:rPr lang="pt-PT" sz="1200" dirty="0"/>
              <a:t> </a:t>
            </a:r>
            <a:r>
              <a:rPr lang="pt-PT" sz="1200" dirty="0" err="1"/>
              <a:t>the</a:t>
            </a:r>
            <a:r>
              <a:rPr lang="pt-PT" sz="1200" dirty="0"/>
              <a:t> </a:t>
            </a:r>
            <a:r>
              <a:rPr lang="pt-PT" sz="1200" dirty="0" err="1"/>
              <a:t>highest</a:t>
            </a:r>
            <a:r>
              <a:rPr lang="pt-PT" sz="1200" dirty="0"/>
              <a:t> </a:t>
            </a:r>
            <a:r>
              <a:rPr lang="pt-PT" sz="1200" dirty="0" err="1"/>
              <a:t>level</a:t>
            </a:r>
            <a:r>
              <a:rPr lang="pt-PT" sz="1200" dirty="0"/>
              <a:t> </a:t>
            </a:r>
            <a:r>
              <a:rPr lang="pt-PT" sz="1200" dirty="0" err="1"/>
              <a:t>of</a:t>
            </a:r>
            <a:r>
              <a:rPr lang="pt-PT" sz="1200" dirty="0"/>
              <a:t> crime </a:t>
            </a:r>
            <a:r>
              <a:rPr lang="pt-PT" sz="1200" dirty="0" err="1"/>
              <a:t>heat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rent</a:t>
            </a:r>
            <a:r>
              <a:rPr lang="pt-PT" sz="1200" dirty="0"/>
              <a:t>. Regional </a:t>
            </a:r>
            <a:r>
              <a:rPr lang="pt-PT" sz="1200" dirty="0" err="1"/>
              <a:t>cities</a:t>
            </a:r>
            <a:r>
              <a:rPr lang="pt-PT" sz="1200" dirty="0"/>
              <a:t> </a:t>
            </a:r>
            <a:r>
              <a:rPr lang="pt-PT" sz="1200" dirty="0" err="1"/>
              <a:t>like</a:t>
            </a:r>
            <a:r>
              <a:rPr lang="pt-PT" sz="1200" dirty="0"/>
              <a:t> Cork, </a:t>
            </a:r>
            <a:r>
              <a:rPr lang="pt-PT" sz="1200" dirty="0" err="1"/>
              <a:t>Galway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Limerick</a:t>
            </a:r>
            <a:r>
              <a:rPr lang="pt-PT" sz="1200" dirty="0"/>
              <a:t> are </a:t>
            </a:r>
            <a:r>
              <a:rPr lang="pt-PT" sz="1200" dirty="0" err="1"/>
              <a:t>observed</a:t>
            </a:r>
            <a:r>
              <a:rPr lang="pt-PT" sz="1200" dirty="0"/>
              <a:t> as </a:t>
            </a:r>
            <a:r>
              <a:rPr lang="pt-PT" sz="1200" dirty="0" err="1"/>
              <a:t>secondary</a:t>
            </a:r>
            <a:r>
              <a:rPr lang="pt-PT" sz="1200" dirty="0"/>
              <a:t> hotspots. </a:t>
            </a:r>
            <a:r>
              <a:rPr lang="pt-PT" sz="1200" dirty="0" err="1"/>
              <a:t>Lower</a:t>
            </a:r>
            <a:r>
              <a:rPr lang="pt-PT" sz="1200" dirty="0"/>
              <a:t> </a:t>
            </a:r>
            <a:r>
              <a:rPr lang="pt-PT" sz="1200" dirty="0" err="1"/>
              <a:t>Incidents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rents</a:t>
            </a:r>
            <a:r>
              <a:rPr lang="pt-PT" sz="1200" dirty="0"/>
              <a:t> </a:t>
            </a:r>
            <a:r>
              <a:rPr lang="pt-PT" sz="1200" dirty="0" err="1"/>
              <a:t>were</a:t>
            </a:r>
            <a:r>
              <a:rPr lang="pt-PT" sz="1200" dirty="0"/>
              <a:t> </a:t>
            </a:r>
            <a:r>
              <a:rPr lang="pt-PT" sz="1200" dirty="0" err="1"/>
              <a:t>found</a:t>
            </a:r>
            <a:r>
              <a:rPr lang="pt-PT" sz="1200" dirty="0"/>
              <a:t> in Rural </a:t>
            </a:r>
            <a:r>
              <a:rPr lang="pt-PT" sz="1200" dirty="0" err="1"/>
              <a:t>Counties</a:t>
            </a:r>
            <a:r>
              <a:rPr lang="pt-PT" sz="1200" dirty="0"/>
              <a:t>. </a:t>
            </a:r>
          </a:p>
        </p:txBody>
      </p:sp>
      <p:pic>
        <p:nvPicPr>
          <p:cNvPr id="4" name="Imagem 3" descr="Uma imagem com mapa, captura de ecrã&#10;&#10;Os conteúdos gerados por IA podem estar incorretos.">
            <a:extLst>
              <a:ext uri="{FF2B5EF4-FFF2-40B4-BE49-F238E27FC236}">
                <a16:creationId xmlns:a16="http://schemas.microsoft.com/office/drawing/2014/main" id="{744248D6-2EDA-0465-9DED-66659E57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18" y="1409288"/>
            <a:ext cx="6683180" cy="312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4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8309-0104-EF77-D565-FD65D234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F889D6B-456B-5396-E9BE-377ACB419474}"/>
              </a:ext>
            </a:extLst>
          </p:cNvPr>
          <p:cNvSpPr txBox="1"/>
          <p:nvPr/>
        </p:nvSpPr>
        <p:spPr>
          <a:xfrm>
            <a:off x="4883993" y="438370"/>
            <a:ext cx="2675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Key</a:t>
            </a:r>
            <a:r>
              <a:rPr lang="pt-PT" sz="3200" b="1" dirty="0"/>
              <a:t> Insights</a:t>
            </a:r>
          </a:p>
        </p:txBody>
      </p:sp>
      <p:pic>
        <p:nvPicPr>
          <p:cNvPr id="3" name="Imagem 2" descr="Uma imagem com texto, captura de ecrã, file, Tipo de letra&#10;&#10;Os conteúdos gerados por IA podem estar incorretos.">
            <a:extLst>
              <a:ext uri="{FF2B5EF4-FFF2-40B4-BE49-F238E27FC236}">
                <a16:creationId xmlns:a16="http://schemas.microsoft.com/office/drawing/2014/main" id="{60F513D3-C042-088E-1A04-99E49FCCB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058" y="1272128"/>
            <a:ext cx="7393791" cy="277464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DC927FE-7E37-24E0-2A5A-5F98F2EE8815}"/>
              </a:ext>
            </a:extLst>
          </p:cNvPr>
          <p:cNvSpPr txBox="1"/>
          <p:nvPr/>
        </p:nvSpPr>
        <p:spPr>
          <a:xfrm>
            <a:off x="71697" y="1409288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0.51</a:t>
            </a:r>
          </a:p>
          <a:p>
            <a:pPr algn="ctr"/>
            <a:r>
              <a:rPr lang="pt-PT" sz="1600" b="1" dirty="0" err="1"/>
              <a:t>Correlation</a:t>
            </a:r>
            <a:r>
              <a:rPr lang="pt-PT" sz="1600" b="1" dirty="0"/>
              <a:t> </a:t>
            </a:r>
            <a:r>
              <a:rPr lang="pt-PT" sz="1600" b="1" dirty="0" err="1"/>
              <a:t>Coefficient</a:t>
            </a:r>
            <a:endParaRPr lang="pt-PT" sz="16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BFD0575-517A-FA14-AD0E-5E860F3F1B72}"/>
              </a:ext>
            </a:extLst>
          </p:cNvPr>
          <p:cNvSpPr txBox="1"/>
          <p:nvPr/>
        </p:nvSpPr>
        <p:spPr>
          <a:xfrm>
            <a:off x="50361" y="4115912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22</a:t>
            </a:r>
          </a:p>
          <a:p>
            <a:pPr algn="ctr"/>
            <a:r>
              <a:rPr lang="pt-PT" sz="1600" b="1" dirty="0" err="1"/>
              <a:t>Counties</a:t>
            </a:r>
            <a:r>
              <a:rPr lang="pt-PT" sz="1600" b="1" dirty="0"/>
              <a:t> </a:t>
            </a:r>
            <a:r>
              <a:rPr lang="pt-PT" sz="1600" b="1" dirty="0" err="1"/>
              <a:t>Analysed</a:t>
            </a:r>
            <a:endParaRPr lang="pt-PT" sz="16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07B1DE6-A227-D904-4AD1-AF62E63892BA}"/>
              </a:ext>
            </a:extLst>
          </p:cNvPr>
          <p:cNvSpPr txBox="1"/>
          <p:nvPr/>
        </p:nvSpPr>
        <p:spPr>
          <a:xfrm>
            <a:off x="9781639" y="1409288"/>
            <a:ext cx="22383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300+</a:t>
            </a:r>
          </a:p>
          <a:p>
            <a:pPr algn="ctr"/>
            <a:r>
              <a:rPr lang="pt-PT" sz="1600" b="1" dirty="0"/>
              <a:t>Data </a:t>
            </a:r>
            <a:r>
              <a:rPr lang="pt-PT" sz="1600" b="1" dirty="0" err="1"/>
              <a:t>Points</a:t>
            </a:r>
            <a:endParaRPr lang="pt-PT" sz="1600" b="1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B0076C4-E140-EEA6-1D37-19AB0C63E3CF}"/>
              </a:ext>
            </a:extLst>
          </p:cNvPr>
          <p:cNvSpPr txBox="1"/>
          <p:nvPr/>
        </p:nvSpPr>
        <p:spPr>
          <a:xfrm>
            <a:off x="71697" y="2486506"/>
            <a:ext cx="2351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Weak</a:t>
            </a:r>
            <a:r>
              <a:rPr lang="pt-PT" dirty="0"/>
              <a:t> to </a:t>
            </a:r>
            <a:r>
              <a:rPr lang="pt-PT" dirty="0" err="1"/>
              <a:t>moderate</a:t>
            </a:r>
            <a:r>
              <a:rPr lang="pt-PT" dirty="0"/>
              <a:t> positive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crime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rent</a:t>
            </a:r>
            <a:r>
              <a:rPr lang="pt-PT" dirty="0"/>
              <a:t> </a:t>
            </a:r>
            <a:r>
              <a:rPr lang="pt-PT" dirty="0" err="1"/>
              <a:t>across</a:t>
            </a:r>
            <a:r>
              <a:rPr lang="pt-PT" dirty="0"/>
              <a:t> all countries (2008-2024)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F1F6B02-5632-94F0-7A18-16B10F6AC30E}"/>
              </a:ext>
            </a:extLst>
          </p:cNvPr>
          <p:cNvSpPr txBox="1"/>
          <p:nvPr/>
        </p:nvSpPr>
        <p:spPr>
          <a:xfrm>
            <a:off x="50361" y="5212518"/>
            <a:ext cx="2351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Comprenhensive</a:t>
            </a:r>
            <a:r>
              <a:rPr lang="pt-PT" dirty="0"/>
              <a:t> </a:t>
            </a:r>
            <a:r>
              <a:rPr lang="pt-PT" dirty="0" err="1"/>
              <a:t>coverage</a:t>
            </a:r>
            <a:r>
              <a:rPr lang="pt-PT" dirty="0"/>
              <a:t> </a:t>
            </a:r>
            <a:r>
              <a:rPr lang="pt-PT" dirty="0" err="1"/>
              <a:t>across</a:t>
            </a:r>
            <a:r>
              <a:rPr lang="pt-PT" dirty="0"/>
              <a:t> Ireland </a:t>
            </a:r>
            <a:r>
              <a:rPr lang="pt-PT" dirty="0" err="1"/>
              <a:t>from</a:t>
            </a:r>
            <a:r>
              <a:rPr lang="pt-PT" dirty="0"/>
              <a:t> 2008 to 2024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2356130-FC56-C0D3-49E6-3D4647A48A8A}"/>
              </a:ext>
            </a:extLst>
          </p:cNvPr>
          <p:cNvSpPr txBox="1"/>
          <p:nvPr/>
        </p:nvSpPr>
        <p:spPr>
          <a:xfrm>
            <a:off x="9875849" y="2505670"/>
            <a:ext cx="2351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County</a:t>
            </a:r>
            <a:r>
              <a:rPr lang="pt-PT" dirty="0"/>
              <a:t> </a:t>
            </a:r>
            <a:r>
              <a:rPr lang="pt-PT" dirty="0" err="1"/>
              <a:t>year</a:t>
            </a:r>
            <a:r>
              <a:rPr lang="pt-PT" dirty="0"/>
              <a:t> </a:t>
            </a:r>
            <a:r>
              <a:rPr lang="pt-PT" dirty="0" err="1"/>
              <a:t>observations</a:t>
            </a:r>
            <a:r>
              <a:rPr lang="pt-PT" dirty="0"/>
              <a:t> in final </a:t>
            </a:r>
            <a:r>
              <a:rPr lang="pt-PT" dirty="0" err="1"/>
              <a:t>integrated</a:t>
            </a:r>
            <a:r>
              <a:rPr lang="pt-PT" dirty="0"/>
              <a:t> </a:t>
            </a:r>
            <a:r>
              <a:rPr lang="pt-PT" dirty="0" err="1"/>
              <a:t>dataset</a:t>
            </a:r>
            <a:r>
              <a:rPr lang="pt-PT" dirty="0"/>
              <a:t>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06318D3-2475-F858-ABC2-9CA83BE35420}"/>
              </a:ext>
            </a:extLst>
          </p:cNvPr>
          <p:cNvSpPr txBox="1"/>
          <p:nvPr/>
        </p:nvSpPr>
        <p:spPr>
          <a:xfrm>
            <a:off x="2423160" y="6188797"/>
            <a:ext cx="7971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 err="1"/>
              <a:t>Counties</a:t>
            </a:r>
            <a:r>
              <a:rPr lang="pt-PT" sz="1200" dirty="0"/>
              <a:t> with </a:t>
            </a:r>
            <a:r>
              <a:rPr lang="pt-PT" sz="1200" dirty="0" err="1"/>
              <a:t>higher</a:t>
            </a:r>
            <a:r>
              <a:rPr lang="pt-PT" sz="1200" dirty="0"/>
              <a:t> </a:t>
            </a:r>
            <a:r>
              <a:rPr lang="pt-PT" sz="1200" dirty="0" err="1"/>
              <a:t>rent</a:t>
            </a:r>
            <a:r>
              <a:rPr lang="pt-PT" sz="1200" dirty="0"/>
              <a:t> (Dublin, Cork, </a:t>
            </a:r>
            <a:r>
              <a:rPr lang="pt-PT" sz="1200" dirty="0" err="1"/>
              <a:t>Galway</a:t>
            </a:r>
            <a:r>
              <a:rPr lang="pt-PT" sz="1200" dirty="0"/>
              <a:t>) </a:t>
            </a:r>
            <a:r>
              <a:rPr lang="pt-PT" sz="1200" dirty="0" err="1"/>
              <a:t>also</a:t>
            </a:r>
            <a:r>
              <a:rPr lang="pt-PT" sz="1200" dirty="0"/>
              <a:t> report more </a:t>
            </a:r>
            <a:r>
              <a:rPr lang="pt-PT" sz="1200" dirty="0" err="1"/>
              <a:t>incidents</a:t>
            </a:r>
            <a:r>
              <a:rPr lang="pt-PT" sz="1200" dirty="0"/>
              <a:t>, </a:t>
            </a:r>
            <a:r>
              <a:rPr lang="pt-PT" sz="1200" dirty="0" err="1"/>
              <a:t>but</a:t>
            </a:r>
            <a:r>
              <a:rPr lang="pt-PT" sz="1200" dirty="0"/>
              <a:t> </a:t>
            </a:r>
            <a:r>
              <a:rPr lang="pt-PT" sz="1200" dirty="0" err="1"/>
              <a:t>the</a:t>
            </a:r>
            <a:r>
              <a:rPr lang="pt-PT" sz="1200" dirty="0"/>
              <a:t> </a:t>
            </a:r>
            <a:r>
              <a:rPr lang="pt-PT" sz="1200" dirty="0" err="1"/>
              <a:t>relationship</a:t>
            </a:r>
            <a:r>
              <a:rPr lang="pt-PT" sz="1200" dirty="0"/>
              <a:t> </a:t>
            </a:r>
            <a:r>
              <a:rPr lang="pt-PT" sz="1200" dirty="0" err="1"/>
              <a:t>is</a:t>
            </a:r>
            <a:r>
              <a:rPr lang="pt-PT" sz="1200" dirty="0"/>
              <a:t> </a:t>
            </a:r>
            <a:r>
              <a:rPr lang="pt-PT" sz="1200" dirty="0" err="1"/>
              <a:t>influenced</a:t>
            </a:r>
            <a:r>
              <a:rPr lang="pt-PT" sz="1200" dirty="0"/>
              <a:t> by </a:t>
            </a:r>
            <a:r>
              <a:rPr lang="pt-PT" sz="1200" dirty="0" err="1"/>
              <a:t>population</a:t>
            </a:r>
            <a:r>
              <a:rPr lang="pt-PT" sz="1200" dirty="0"/>
              <a:t> </a:t>
            </a:r>
            <a:r>
              <a:rPr lang="pt-PT" sz="1200" dirty="0" err="1"/>
              <a:t>density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urbanization</a:t>
            </a:r>
            <a:r>
              <a:rPr lang="pt-PT" sz="1200" dirty="0"/>
              <a:t> </a:t>
            </a:r>
            <a:r>
              <a:rPr lang="pt-PT" sz="1200" dirty="0" err="1"/>
              <a:t>rather</a:t>
            </a:r>
            <a:r>
              <a:rPr lang="pt-PT" sz="1200" dirty="0"/>
              <a:t> </a:t>
            </a:r>
            <a:r>
              <a:rPr lang="pt-PT" sz="1200" dirty="0" err="1"/>
              <a:t>than</a:t>
            </a:r>
            <a:r>
              <a:rPr lang="pt-PT" sz="1200" dirty="0"/>
              <a:t> </a:t>
            </a:r>
            <a:r>
              <a:rPr lang="pt-PT" sz="1200" dirty="0" err="1"/>
              <a:t>direct</a:t>
            </a:r>
            <a:r>
              <a:rPr lang="pt-PT" sz="1200" dirty="0"/>
              <a:t> </a:t>
            </a:r>
            <a:r>
              <a:rPr lang="pt-PT" sz="1200" dirty="0" err="1"/>
              <a:t>causation</a:t>
            </a:r>
            <a:r>
              <a:rPr lang="pt-PT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930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3B23-DE8E-03E3-A657-3510465C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1EFE716-1B9B-E7C1-51AC-51AF6C806517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5030D7-9CBE-8731-8A4E-86BD9F0C7745}"/>
              </a:ext>
            </a:extLst>
          </p:cNvPr>
          <p:cNvSpPr txBox="1"/>
          <p:nvPr/>
        </p:nvSpPr>
        <p:spPr>
          <a:xfrm>
            <a:off x="4875860" y="438370"/>
            <a:ext cx="298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Key</a:t>
            </a:r>
            <a:r>
              <a:rPr lang="pt-PT" sz="3200" b="1" dirty="0"/>
              <a:t> Insights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F28BE9-35C7-0A26-7BDD-A8863DF78773}"/>
              </a:ext>
            </a:extLst>
          </p:cNvPr>
          <p:cNvSpPr txBox="1"/>
          <p:nvPr/>
        </p:nvSpPr>
        <p:spPr>
          <a:xfrm>
            <a:off x="276242" y="1363568"/>
            <a:ext cx="111028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2008 </a:t>
            </a:r>
            <a:r>
              <a:rPr lang="pt-PT" dirty="0" err="1"/>
              <a:t>Peak</a:t>
            </a:r>
            <a:r>
              <a:rPr lang="pt-PT" dirty="0"/>
              <a:t>: </a:t>
            </a:r>
            <a:r>
              <a:rPr lang="pt-PT" dirty="0" err="1"/>
              <a:t>Most</a:t>
            </a:r>
            <a:r>
              <a:rPr lang="pt-PT" dirty="0"/>
              <a:t> countries show </a:t>
            </a:r>
            <a:r>
              <a:rPr lang="pt-PT" dirty="0" err="1"/>
              <a:t>peak</a:t>
            </a:r>
            <a:r>
              <a:rPr lang="pt-PT" dirty="0"/>
              <a:t> incidente </a:t>
            </a:r>
            <a:r>
              <a:rPr lang="pt-PT" dirty="0" err="1"/>
              <a:t>levels</a:t>
            </a:r>
            <a:r>
              <a:rPr lang="pt-PT" dirty="0"/>
              <a:t> </a:t>
            </a:r>
            <a:r>
              <a:rPr lang="pt-PT" dirty="0" err="1"/>
              <a:t>around</a:t>
            </a:r>
            <a:r>
              <a:rPr lang="pt-PT" dirty="0"/>
              <a:t> 2008.</a:t>
            </a:r>
          </a:p>
          <a:p>
            <a:r>
              <a:rPr lang="pt-PT" dirty="0"/>
              <a:t>2014 </a:t>
            </a:r>
            <a:r>
              <a:rPr lang="pt-PT" dirty="0" err="1"/>
              <a:t>Onwards</a:t>
            </a:r>
            <a:r>
              <a:rPr lang="pt-PT" dirty="0"/>
              <a:t>: RTB Index shows </a:t>
            </a:r>
            <a:r>
              <a:rPr lang="pt-PT" dirty="0" err="1"/>
              <a:t>steady</a:t>
            </a:r>
            <a:r>
              <a:rPr lang="pt-PT" dirty="0"/>
              <a:t> </a:t>
            </a:r>
            <a:r>
              <a:rPr lang="pt-PT" dirty="0" err="1"/>
              <a:t>rental</a:t>
            </a:r>
            <a:r>
              <a:rPr lang="pt-PT" dirty="0"/>
              <a:t> </a:t>
            </a:r>
            <a:r>
              <a:rPr lang="pt-PT" dirty="0" err="1"/>
              <a:t>price</a:t>
            </a:r>
            <a:r>
              <a:rPr lang="pt-PT" dirty="0"/>
              <a:t> </a:t>
            </a:r>
            <a:r>
              <a:rPr lang="pt-PT" dirty="0" err="1"/>
              <a:t>increases</a:t>
            </a:r>
            <a:r>
              <a:rPr lang="pt-PT" dirty="0"/>
              <a:t> </a:t>
            </a:r>
            <a:r>
              <a:rPr lang="pt-PT" dirty="0" err="1"/>
              <a:t>after</a:t>
            </a:r>
            <a:r>
              <a:rPr lang="pt-PT" dirty="0"/>
              <a:t> 2014.</a:t>
            </a:r>
          </a:p>
          <a:p>
            <a:r>
              <a:rPr lang="pt-PT" dirty="0" err="1"/>
              <a:t>Variable</a:t>
            </a:r>
            <a:r>
              <a:rPr lang="pt-PT" dirty="0"/>
              <a:t> </a:t>
            </a:r>
            <a:r>
              <a:rPr lang="pt-PT" dirty="0" err="1"/>
              <a:t>Patterns</a:t>
            </a:r>
            <a:r>
              <a:rPr lang="pt-PT" dirty="0"/>
              <a:t>: Crime rates </a:t>
            </a:r>
            <a:r>
              <a:rPr lang="pt-PT" dirty="0" err="1"/>
              <a:t>fluctuation</a:t>
            </a:r>
            <a:r>
              <a:rPr lang="pt-PT" dirty="0"/>
              <a:t> </a:t>
            </a:r>
            <a:r>
              <a:rPr lang="pt-PT" dirty="0" err="1"/>
              <a:t>could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due</a:t>
            </a:r>
            <a:r>
              <a:rPr lang="pt-PT" dirty="0"/>
              <a:t> to </a:t>
            </a:r>
            <a:r>
              <a:rPr lang="pt-PT" dirty="0" err="1"/>
              <a:t>policy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policing</a:t>
            </a:r>
            <a:r>
              <a:rPr lang="pt-PT" dirty="0"/>
              <a:t> </a:t>
            </a:r>
            <a:r>
              <a:rPr lang="pt-PT" dirty="0" err="1"/>
              <a:t>changes</a:t>
            </a:r>
            <a:r>
              <a:rPr lang="pt-PT" dirty="0"/>
              <a:t>.</a:t>
            </a:r>
          </a:p>
          <a:p>
            <a:r>
              <a:rPr lang="pt-PT" dirty="0" err="1"/>
              <a:t>Smooth</a:t>
            </a:r>
            <a:r>
              <a:rPr lang="pt-PT" dirty="0"/>
              <a:t> </a:t>
            </a:r>
            <a:r>
              <a:rPr lang="pt-PT" dirty="0" err="1"/>
              <a:t>Growth</a:t>
            </a:r>
            <a:r>
              <a:rPr lang="pt-PT" dirty="0"/>
              <a:t>: </a:t>
            </a:r>
            <a:r>
              <a:rPr lang="pt-PT" dirty="0" err="1"/>
              <a:t>Rental</a:t>
            </a:r>
            <a:r>
              <a:rPr lang="pt-PT" dirty="0"/>
              <a:t> </a:t>
            </a:r>
            <a:r>
              <a:rPr lang="pt-PT" dirty="0" err="1"/>
              <a:t>increases</a:t>
            </a:r>
            <a:r>
              <a:rPr lang="pt-PT" dirty="0"/>
              <a:t> </a:t>
            </a:r>
            <a:r>
              <a:rPr lang="pt-PT" dirty="0" err="1"/>
              <a:t>appear</a:t>
            </a:r>
            <a:r>
              <a:rPr lang="pt-PT" dirty="0"/>
              <a:t> more </a:t>
            </a:r>
            <a:r>
              <a:rPr lang="pt-PT" dirty="0" err="1"/>
              <a:t>predictable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Crime </a:t>
            </a:r>
            <a:r>
              <a:rPr lang="pt-PT" dirty="0" err="1"/>
              <a:t>fluctuations</a:t>
            </a:r>
            <a:r>
              <a:rPr lang="pt-PT" dirty="0"/>
              <a:t> are more </a:t>
            </a:r>
            <a:r>
              <a:rPr lang="pt-PT" dirty="0" err="1"/>
              <a:t>variable</a:t>
            </a:r>
            <a:r>
              <a:rPr lang="pt-PT" dirty="0"/>
              <a:t> </a:t>
            </a:r>
            <a:r>
              <a:rPr lang="pt-PT" dirty="0" err="1"/>
              <a:t>than</a:t>
            </a:r>
            <a:r>
              <a:rPr lang="pt-PT" dirty="0"/>
              <a:t> </a:t>
            </a:r>
            <a:r>
              <a:rPr lang="pt-PT" dirty="0" err="1"/>
              <a:t>rental</a:t>
            </a:r>
            <a:r>
              <a:rPr lang="pt-PT" dirty="0"/>
              <a:t> </a:t>
            </a:r>
            <a:r>
              <a:rPr lang="pt-PT" dirty="0" err="1"/>
              <a:t>trends</a:t>
            </a:r>
            <a:r>
              <a:rPr lang="pt-PT" dirty="0"/>
              <a:t>, </a:t>
            </a:r>
            <a:r>
              <a:rPr lang="pt-PT" dirty="0" err="1"/>
              <a:t>suggesting</a:t>
            </a:r>
            <a:r>
              <a:rPr lang="pt-PT" dirty="0"/>
              <a:t>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underlying</a:t>
            </a:r>
            <a:r>
              <a:rPr lang="pt-PT" dirty="0"/>
              <a:t> drivers </a:t>
            </a:r>
            <a:r>
              <a:rPr lang="pt-PT" dirty="0" err="1"/>
              <a:t>including</a:t>
            </a:r>
            <a:r>
              <a:rPr lang="pt-PT" dirty="0"/>
              <a:t> </a:t>
            </a:r>
            <a:r>
              <a:rPr lang="pt-PT" dirty="0" err="1"/>
              <a:t>policy</a:t>
            </a:r>
            <a:r>
              <a:rPr lang="pt-PT" dirty="0"/>
              <a:t> </a:t>
            </a:r>
            <a:r>
              <a:rPr lang="pt-PT" dirty="0" err="1"/>
              <a:t>changes</a:t>
            </a:r>
            <a:r>
              <a:rPr lang="pt-PT" dirty="0"/>
              <a:t>, </a:t>
            </a:r>
            <a:r>
              <a:rPr lang="pt-PT" dirty="0" err="1"/>
              <a:t>policing</a:t>
            </a:r>
            <a:r>
              <a:rPr lang="pt-PT" dirty="0"/>
              <a:t> </a:t>
            </a:r>
            <a:r>
              <a:rPr lang="pt-PT" dirty="0" err="1"/>
              <a:t>strategies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reporting</a:t>
            </a:r>
            <a:r>
              <a:rPr lang="pt-PT" dirty="0"/>
              <a:t> </a:t>
            </a:r>
            <a:r>
              <a:rPr lang="pt-PT" dirty="0" err="1"/>
              <a:t>practices</a:t>
            </a:r>
            <a:r>
              <a:rPr lang="pt-PT" dirty="0"/>
              <a:t>.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 err="1"/>
              <a:t>Weak</a:t>
            </a:r>
            <a:r>
              <a:rPr lang="pt-PT" dirty="0"/>
              <a:t> to </a:t>
            </a:r>
            <a:r>
              <a:rPr lang="pt-PT" dirty="0" err="1"/>
              <a:t>moderate</a:t>
            </a:r>
            <a:r>
              <a:rPr lang="pt-PT" dirty="0"/>
              <a:t> positive </a:t>
            </a:r>
            <a:r>
              <a:rPr lang="pt-PT" dirty="0" err="1"/>
              <a:t>correlation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It’s </a:t>
            </a:r>
            <a:r>
              <a:rPr lang="pt-PT" dirty="0" err="1"/>
              <a:t>highly</a:t>
            </a:r>
            <a:r>
              <a:rPr lang="pt-PT" dirty="0"/>
              <a:t> </a:t>
            </a:r>
            <a:r>
              <a:rPr lang="pt-PT" dirty="0" err="1"/>
              <a:t>likely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mediating</a:t>
            </a:r>
            <a:r>
              <a:rPr lang="pt-PT" dirty="0"/>
              <a:t> factos, </a:t>
            </a:r>
            <a:r>
              <a:rPr lang="pt-PT" dirty="0" err="1"/>
              <a:t>such</a:t>
            </a:r>
            <a:r>
              <a:rPr lang="pt-PT" dirty="0"/>
              <a:t> as </a:t>
            </a:r>
            <a:r>
              <a:rPr lang="pt-PT" dirty="0" err="1"/>
              <a:t>population</a:t>
            </a:r>
            <a:r>
              <a:rPr lang="pt-PT" dirty="0"/>
              <a:t> </a:t>
            </a:r>
            <a:r>
              <a:rPr lang="pt-PT" dirty="0" err="1"/>
              <a:t>density</a:t>
            </a:r>
            <a:r>
              <a:rPr lang="pt-PT" dirty="0"/>
              <a:t>, socio-</a:t>
            </a:r>
            <a:r>
              <a:rPr lang="pt-PT" dirty="0" err="1"/>
              <a:t>economic</a:t>
            </a:r>
            <a:r>
              <a:rPr lang="pt-PT" dirty="0"/>
              <a:t> </a:t>
            </a:r>
            <a:r>
              <a:rPr lang="pt-PT" dirty="0" err="1"/>
              <a:t>composition</a:t>
            </a:r>
            <a:r>
              <a:rPr lang="pt-PT" dirty="0"/>
              <a:t>,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policing</a:t>
            </a:r>
            <a:r>
              <a:rPr lang="pt-PT" dirty="0"/>
              <a:t> </a:t>
            </a:r>
            <a:r>
              <a:rPr lang="pt-PT" dirty="0" err="1"/>
              <a:t>policiesm</a:t>
            </a:r>
            <a:r>
              <a:rPr lang="pt-PT" dirty="0"/>
              <a:t> </a:t>
            </a:r>
            <a:r>
              <a:rPr lang="pt-PT" dirty="0" err="1"/>
              <a:t>influence</a:t>
            </a:r>
            <a:r>
              <a:rPr lang="pt-PT" dirty="0"/>
              <a:t>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cost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rent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number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crimes </a:t>
            </a:r>
            <a:r>
              <a:rPr lang="pt-PT" dirty="0" err="1"/>
              <a:t>commited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reported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16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44F1-343A-A597-7B7C-CF4D7C07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CF8CA4-CADB-3D1F-2FCC-E3D6DF7B3C01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C002F5-E9A0-BF0C-6B35-D0BB329457C6}"/>
              </a:ext>
            </a:extLst>
          </p:cNvPr>
          <p:cNvSpPr txBox="1"/>
          <p:nvPr/>
        </p:nvSpPr>
        <p:spPr>
          <a:xfrm>
            <a:off x="3154680" y="438370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Limitations</a:t>
            </a:r>
            <a:r>
              <a:rPr lang="pt-PT" sz="3200" b="1" dirty="0"/>
              <a:t> &amp; Future </a:t>
            </a:r>
            <a:r>
              <a:rPr lang="pt-PT" sz="3200" b="1" dirty="0" err="1"/>
              <a:t>Work</a:t>
            </a:r>
            <a:endParaRPr lang="pt-PT" sz="3200" b="1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4D86B21-2344-9FE2-2A14-F31840E4C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328219"/>
              </p:ext>
            </p:extLst>
          </p:nvPr>
        </p:nvGraphicFramePr>
        <p:xfrm>
          <a:off x="2032000" y="2030492"/>
          <a:ext cx="8128000" cy="327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90912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05750152"/>
                    </a:ext>
                  </a:extLst>
                </a:gridCol>
              </a:tblGrid>
              <a:tr h="379214">
                <a:tc>
                  <a:txBody>
                    <a:bodyPr/>
                    <a:lstStyle/>
                    <a:p>
                      <a:r>
                        <a:rPr lang="pt-PT" dirty="0" err="1">
                          <a:solidFill>
                            <a:schemeClr val="tx1"/>
                          </a:solidFill>
                        </a:rPr>
                        <a:t>Current</a:t>
                      </a:r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PT" dirty="0" err="1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pt-P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>
                          <a:solidFill>
                            <a:schemeClr val="tx1"/>
                          </a:solidFill>
                        </a:rPr>
                        <a:t>Future </a:t>
                      </a:r>
                      <a:r>
                        <a:rPr lang="pt-PT" dirty="0" err="1">
                          <a:solidFill>
                            <a:schemeClr val="tx1"/>
                          </a:solidFill>
                        </a:rPr>
                        <a:t>Enhancements</a:t>
                      </a:r>
                      <a:endParaRPr lang="pt-P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408425"/>
                  </a:ext>
                </a:extLst>
              </a:tr>
              <a:tr h="654534">
                <a:tc>
                  <a:txBody>
                    <a:bodyPr/>
                    <a:lstStyle/>
                    <a:p>
                      <a:r>
                        <a:rPr lang="pt-PT" dirty="0" err="1"/>
                        <a:t>County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level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aggregation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masks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neighborhood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level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associations</a:t>
                      </a:r>
                      <a:r>
                        <a:rPr lang="pt-PT" dirty="0"/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 err="1"/>
                        <a:t>Incorporate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Census</a:t>
                      </a:r>
                      <a:r>
                        <a:rPr lang="pt-PT" dirty="0"/>
                        <a:t> data for </a:t>
                      </a:r>
                      <a:r>
                        <a:rPr lang="pt-PT" dirty="0" err="1"/>
                        <a:t>additional</a:t>
                      </a:r>
                      <a:r>
                        <a:rPr lang="pt-PT" dirty="0"/>
                        <a:t> socio-</a:t>
                      </a:r>
                      <a:r>
                        <a:rPr lang="pt-PT" dirty="0" err="1"/>
                        <a:t>economic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indicators</a:t>
                      </a:r>
                      <a:endParaRPr lang="pt-PT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34185"/>
                  </a:ext>
                </a:extLst>
              </a:tr>
              <a:tr h="935048">
                <a:tc>
                  <a:txBody>
                    <a:bodyPr/>
                    <a:lstStyle/>
                    <a:p>
                      <a:r>
                        <a:rPr lang="pt-PT" dirty="0" err="1"/>
                        <a:t>Missing</a:t>
                      </a:r>
                      <a:r>
                        <a:rPr lang="pt-PT" dirty="0"/>
                        <a:t> socio-</a:t>
                      </a:r>
                      <a:r>
                        <a:rPr lang="pt-PT" dirty="0" err="1"/>
                        <a:t>economic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variables</a:t>
                      </a:r>
                      <a:r>
                        <a:rPr lang="pt-PT" dirty="0"/>
                        <a:t>(</a:t>
                      </a:r>
                      <a:r>
                        <a:rPr lang="pt-PT" dirty="0" err="1"/>
                        <a:t>income</a:t>
                      </a:r>
                      <a:r>
                        <a:rPr lang="pt-PT" dirty="0"/>
                        <a:t>, </a:t>
                      </a:r>
                      <a:r>
                        <a:rPr lang="pt-PT" dirty="0" err="1"/>
                        <a:t>unemployment</a:t>
                      </a:r>
                      <a:r>
                        <a:rPr lang="pt-PT" dirty="0"/>
                        <a:t>. </a:t>
                      </a:r>
                      <a:r>
                        <a:rPr lang="pt-PT" dirty="0" err="1"/>
                        <a:t>migration</a:t>
                      </a:r>
                      <a:r>
                        <a:rPr lang="pt-PT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 err="1"/>
                        <a:t>Implement</a:t>
                      </a:r>
                      <a:r>
                        <a:rPr lang="pt-PT" dirty="0"/>
                        <a:t> time series </a:t>
                      </a:r>
                      <a:r>
                        <a:rPr lang="pt-PT" dirty="0" err="1"/>
                        <a:t>models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and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panel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regression</a:t>
                      </a:r>
                      <a:r>
                        <a:rPr lang="pt-PT" dirty="0"/>
                        <a:t> analysis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49537"/>
                  </a:ext>
                </a:extLst>
              </a:tr>
              <a:tr h="654534">
                <a:tc>
                  <a:txBody>
                    <a:bodyPr/>
                    <a:lstStyle/>
                    <a:p>
                      <a:r>
                        <a:rPr lang="pt-PT" dirty="0"/>
                        <a:t>Manual </a:t>
                      </a:r>
                      <a:r>
                        <a:rPr lang="pt-PT" dirty="0" err="1"/>
                        <a:t>mapping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required</a:t>
                      </a:r>
                      <a:r>
                        <a:rPr lang="pt-PT" dirty="0"/>
                        <a:t> for Garda Stations to countries.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 err="1"/>
                        <a:t>Add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predictive</a:t>
                      </a:r>
                      <a:r>
                        <a:rPr lang="pt-PT" dirty="0"/>
                        <a:t> Analytics for crime </a:t>
                      </a:r>
                      <a:r>
                        <a:rPr lang="pt-PT" dirty="0" err="1"/>
                        <a:t>forecasting</a:t>
                      </a:r>
                      <a:endParaRPr lang="pt-PT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394522"/>
                  </a:ext>
                </a:extLst>
              </a:tr>
              <a:tr h="654534">
                <a:tc>
                  <a:txBody>
                    <a:bodyPr/>
                    <a:lstStyle/>
                    <a:p>
                      <a:r>
                        <a:rPr lang="pt-PT" dirty="0" err="1"/>
                        <a:t>Correlation</a:t>
                      </a:r>
                      <a:r>
                        <a:rPr lang="pt-PT" dirty="0"/>
                        <a:t> does </a:t>
                      </a:r>
                      <a:r>
                        <a:rPr lang="pt-PT" dirty="0" err="1"/>
                        <a:t>not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imply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causation</a:t>
                      </a:r>
                      <a:r>
                        <a:rPr lang="pt-PT" dirty="0"/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dirty="0" err="1"/>
                        <a:t>Deploy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on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cloud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platform</a:t>
                      </a:r>
                      <a:r>
                        <a:rPr lang="pt-PT" dirty="0"/>
                        <a:t> for </a:t>
                      </a:r>
                      <a:r>
                        <a:rPr lang="pt-PT" dirty="0" err="1"/>
                        <a:t>automated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workflows</a:t>
                      </a:r>
                      <a:endParaRPr lang="pt-PT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181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798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8FD0-D03C-E6B8-59BE-E45F08BF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17AAA9C-45FC-92F4-9058-FE487D1E0B3C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08EF8C-2E2A-DA2F-1451-A800201F9A3D}"/>
              </a:ext>
            </a:extLst>
          </p:cNvPr>
          <p:cNvSpPr txBox="1"/>
          <p:nvPr/>
        </p:nvSpPr>
        <p:spPr>
          <a:xfrm>
            <a:off x="5029200" y="438370"/>
            <a:ext cx="251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 err="1"/>
              <a:t>Conclusion</a:t>
            </a:r>
            <a:endParaRPr lang="pt-PT" sz="3200" b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581F53-71CA-59BA-2D70-7096B59874C5}"/>
              </a:ext>
            </a:extLst>
          </p:cNvPr>
          <p:cNvSpPr/>
          <p:nvPr/>
        </p:nvSpPr>
        <p:spPr>
          <a:xfrm>
            <a:off x="745236" y="1391321"/>
            <a:ext cx="2514600" cy="1993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0217D4-1107-3A8E-3049-F0372E4822E9}"/>
              </a:ext>
            </a:extLst>
          </p:cNvPr>
          <p:cNvSpPr/>
          <p:nvPr/>
        </p:nvSpPr>
        <p:spPr>
          <a:xfrm>
            <a:off x="3368767" y="1391321"/>
            <a:ext cx="2514600" cy="1993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2B0652-99DB-8580-7F2B-B68E8AB77993}"/>
              </a:ext>
            </a:extLst>
          </p:cNvPr>
          <p:cNvSpPr/>
          <p:nvPr/>
        </p:nvSpPr>
        <p:spPr>
          <a:xfrm>
            <a:off x="745236" y="3489991"/>
            <a:ext cx="5138131" cy="11825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77F6D2-6B89-7A30-9A88-7996813A6890}"/>
              </a:ext>
            </a:extLst>
          </p:cNvPr>
          <p:cNvSpPr txBox="1"/>
          <p:nvPr/>
        </p:nvSpPr>
        <p:spPr>
          <a:xfrm>
            <a:off x="826804" y="1391321"/>
            <a:ext cx="235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Engineering</a:t>
            </a:r>
            <a:r>
              <a:rPr lang="pt-PT" b="1" dirty="0"/>
              <a:t> </a:t>
            </a:r>
            <a:r>
              <a:rPr lang="pt-PT" b="1" dirty="0" err="1"/>
              <a:t>Success</a:t>
            </a:r>
            <a:endParaRPr lang="pt-PT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796E33-5058-F07F-C321-51151C130922}"/>
              </a:ext>
            </a:extLst>
          </p:cNvPr>
          <p:cNvSpPr txBox="1"/>
          <p:nvPr/>
        </p:nvSpPr>
        <p:spPr>
          <a:xfrm>
            <a:off x="3450335" y="1391321"/>
            <a:ext cx="235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Analytical</a:t>
            </a:r>
            <a:r>
              <a:rPr lang="pt-PT" b="1" dirty="0"/>
              <a:t> Insights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E36C89-BD13-B441-D370-EF9DA04BF891}"/>
              </a:ext>
            </a:extLst>
          </p:cNvPr>
          <p:cNvSpPr txBox="1"/>
          <p:nvPr/>
        </p:nvSpPr>
        <p:spPr>
          <a:xfrm>
            <a:off x="826804" y="1830233"/>
            <a:ext cx="2351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 err="1"/>
              <a:t>Demonstrated</a:t>
            </a:r>
            <a:r>
              <a:rPr lang="pt-PT" sz="1400" dirty="0"/>
              <a:t> </a:t>
            </a:r>
            <a:r>
              <a:rPr lang="pt-PT" sz="1400" dirty="0" err="1"/>
              <a:t>effective</a:t>
            </a:r>
            <a:r>
              <a:rPr lang="pt-PT" sz="1400" dirty="0"/>
              <a:t> </a:t>
            </a:r>
            <a:r>
              <a:rPr lang="pt-PT" sz="1400" dirty="0" err="1"/>
              <a:t>integration</a:t>
            </a:r>
            <a:r>
              <a:rPr lang="pt-PT" sz="1400" dirty="0"/>
              <a:t> </a:t>
            </a:r>
            <a:r>
              <a:rPr lang="pt-PT" sz="1400" dirty="0" err="1"/>
              <a:t>of</a:t>
            </a:r>
            <a:r>
              <a:rPr lang="pt-PT" sz="1400" dirty="0"/>
              <a:t> </a:t>
            </a:r>
            <a:r>
              <a:rPr lang="pt-PT" sz="1400" dirty="0" err="1"/>
              <a:t>PostgreSQL</a:t>
            </a:r>
            <a:r>
              <a:rPr lang="pt-PT" sz="1400" dirty="0"/>
              <a:t>, </a:t>
            </a:r>
            <a:r>
              <a:rPr lang="pt-PT" sz="1400" dirty="0" err="1"/>
              <a:t>MongoDB</a:t>
            </a:r>
            <a:r>
              <a:rPr lang="pt-PT" sz="1400" dirty="0"/>
              <a:t>, </a:t>
            </a:r>
            <a:r>
              <a:rPr lang="pt-PT" sz="1400" dirty="0" err="1"/>
              <a:t>Dagster</a:t>
            </a:r>
            <a:r>
              <a:rPr lang="pt-PT" sz="1400" dirty="0"/>
              <a:t>, </a:t>
            </a:r>
            <a:r>
              <a:rPr lang="pt-PT" sz="1400" dirty="0" err="1"/>
              <a:t>and</a:t>
            </a:r>
            <a:r>
              <a:rPr lang="pt-PT" sz="1400" dirty="0"/>
              <a:t> </a:t>
            </a:r>
            <a:r>
              <a:rPr lang="pt-PT" sz="1400" dirty="0" err="1"/>
              <a:t>Streamlit</a:t>
            </a:r>
            <a:r>
              <a:rPr lang="pt-PT" sz="1400" dirty="0"/>
              <a:t> for </a:t>
            </a:r>
            <a:r>
              <a:rPr lang="pt-PT" sz="1400" dirty="0" err="1"/>
              <a:t>reproducible</a:t>
            </a:r>
            <a:r>
              <a:rPr lang="pt-PT" sz="1400" dirty="0"/>
              <a:t> data pipeline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306137-AE18-BABF-C403-9E82209AF449}"/>
              </a:ext>
            </a:extLst>
          </p:cNvPr>
          <p:cNvSpPr txBox="1"/>
          <p:nvPr/>
        </p:nvSpPr>
        <p:spPr>
          <a:xfrm>
            <a:off x="3341404" y="1830232"/>
            <a:ext cx="2351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 err="1"/>
              <a:t>Weak</a:t>
            </a:r>
            <a:r>
              <a:rPr lang="pt-PT" sz="1400" dirty="0"/>
              <a:t> positive </a:t>
            </a:r>
            <a:r>
              <a:rPr lang="pt-PT" sz="1400" dirty="0" err="1"/>
              <a:t>correlation</a:t>
            </a:r>
            <a:r>
              <a:rPr lang="pt-PT" sz="1400" dirty="0"/>
              <a:t> (r=0.51) </a:t>
            </a:r>
            <a:r>
              <a:rPr lang="pt-PT" sz="1400" dirty="0" err="1"/>
              <a:t>between</a:t>
            </a:r>
            <a:r>
              <a:rPr lang="pt-PT" sz="1400" dirty="0"/>
              <a:t> crime </a:t>
            </a:r>
            <a:r>
              <a:rPr lang="pt-PT" sz="1400" dirty="0" err="1"/>
              <a:t>and</a:t>
            </a:r>
            <a:r>
              <a:rPr lang="pt-PT" sz="1400" dirty="0"/>
              <a:t> </a:t>
            </a:r>
            <a:r>
              <a:rPr lang="pt-PT" sz="1400" dirty="0" err="1"/>
              <a:t>rent</a:t>
            </a:r>
            <a:r>
              <a:rPr lang="pt-PT" sz="1400" dirty="0"/>
              <a:t>, with </a:t>
            </a:r>
            <a:r>
              <a:rPr lang="pt-PT" sz="1400" dirty="0" err="1"/>
              <a:t>urbanization</a:t>
            </a:r>
            <a:r>
              <a:rPr lang="pt-PT" sz="1400" dirty="0"/>
              <a:t> as </a:t>
            </a:r>
            <a:r>
              <a:rPr lang="pt-PT" sz="1400" dirty="0" err="1"/>
              <a:t>likely</a:t>
            </a:r>
            <a:r>
              <a:rPr lang="pt-PT" sz="1400" dirty="0"/>
              <a:t> </a:t>
            </a:r>
            <a:r>
              <a:rPr lang="pt-PT" sz="1400" dirty="0" err="1"/>
              <a:t>mediating</a:t>
            </a:r>
            <a:r>
              <a:rPr lang="pt-PT" sz="1400" dirty="0"/>
              <a:t> </a:t>
            </a:r>
            <a:r>
              <a:rPr lang="pt-PT" sz="1400" dirty="0" err="1"/>
              <a:t>factor</a:t>
            </a:r>
            <a:endParaRPr lang="pt-PT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7E1880-38AE-050A-E4C3-A13C26B0B515}"/>
              </a:ext>
            </a:extLst>
          </p:cNvPr>
          <p:cNvSpPr txBox="1"/>
          <p:nvPr/>
        </p:nvSpPr>
        <p:spPr>
          <a:xfrm>
            <a:off x="592108" y="3489991"/>
            <a:ext cx="235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Stakeholder</a:t>
            </a:r>
            <a:r>
              <a:rPr lang="pt-PT" b="1" dirty="0"/>
              <a:t> </a:t>
            </a:r>
            <a:r>
              <a:rPr lang="pt-PT" b="1" dirty="0" err="1"/>
              <a:t>Value</a:t>
            </a:r>
            <a:endParaRPr lang="pt-PT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0F5051-CA22-4A4B-4C72-35D7E8529EBB}"/>
              </a:ext>
            </a:extLst>
          </p:cNvPr>
          <p:cNvSpPr txBox="1"/>
          <p:nvPr/>
        </p:nvSpPr>
        <p:spPr>
          <a:xfrm>
            <a:off x="826805" y="3922450"/>
            <a:ext cx="4974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 err="1"/>
              <a:t>Interactive</a:t>
            </a:r>
            <a:r>
              <a:rPr lang="pt-PT" sz="1400" dirty="0"/>
              <a:t> dashboards </a:t>
            </a:r>
            <a:r>
              <a:rPr lang="pt-PT" sz="1400" dirty="0" err="1"/>
              <a:t>enables</a:t>
            </a:r>
            <a:r>
              <a:rPr lang="pt-PT" sz="1400" dirty="0"/>
              <a:t> </a:t>
            </a:r>
            <a:r>
              <a:rPr lang="pt-PT" sz="1400" dirty="0" err="1"/>
              <a:t>Gardaí</a:t>
            </a:r>
            <a:r>
              <a:rPr lang="pt-PT" sz="1400" dirty="0"/>
              <a:t> </a:t>
            </a:r>
            <a:r>
              <a:rPr lang="pt-PT" sz="1400" dirty="0" err="1"/>
              <a:t>and</a:t>
            </a:r>
            <a:r>
              <a:rPr lang="pt-PT" sz="1400" dirty="0"/>
              <a:t> </a:t>
            </a:r>
            <a:r>
              <a:rPr lang="pt-PT" sz="1400" dirty="0" err="1"/>
              <a:t>policymakers</a:t>
            </a:r>
            <a:r>
              <a:rPr lang="pt-PT" sz="1400" dirty="0"/>
              <a:t> to explore </a:t>
            </a:r>
            <a:r>
              <a:rPr lang="pt-PT" sz="1400" dirty="0" err="1"/>
              <a:t>evidence</a:t>
            </a:r>
            <a:r>
              <a:rPr lang="pt-PT" sz="1400" dirty="0"/>
              <a:t> based </a:t>
            </a:r>
            <a:r>
              <a:rPr lang="pt-PT" sz="1400" dirty="0" err="1"/>
              <a:t>patterns</a:t>
            </a:r>
            <a:r>
              <a:rPr lang="pt-PT" sz="1400" dirty="0"/>
              <a:t> in crime </a:t>
            </a:r>
            <a:r>
              <a:rPr lang="pt-PT" sz="1400" dirty="0" err="1"/>
              <a:t>and</a:t>
            </a:r>
            <a:r>
              <a:rPr lang="pt-PT" sz="1400" dirty="0"/>
              <a:t> </a:t>
            </a:r>
            <a:r>
              <a:rPr lang="pt-PT" sz="1400" dirty="0" err="1"/>
              <a:t>housing</a:t>
            </a:r>
            <a:r>
              <a:rPr lang="pt-PT" sz="1400" dirty="0"/>
              <a:t>.</a:t>
            </a:r>
          </a:p>
        </p:txBody>
      </p:sp>
      <p:pic>
        <p:nvPicPr>
          <p:cNvPr id="14" name="Imagem 13" descr="Uma imagem com vestuário, pessoa, interior, texto&#10;&#10;Os conteúdos gerados por IA podem estar incorretos.">
            <a:extLst>
              <a:ext uri="{FF2B5EF4-FFF2-40B4-BE49-F238E27FC236}">
                <a16:creationId xmlns:a16="http://schemas.microsoft.com/office/drawing/2014/main" id="{F1D209E1-63FF-6761-479D-31D3A6A78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3"/>
          <a:stretch>
            <a:fillRect/>
          </a:stretch>
        </p:blipFill>
        <p:spPr>
          <a:xfrm>
            <a:off x="6096000" y="1391321"/>
            <a:ext cx="5853899" cy="328120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CDB07D6-60F5-4DEA-283A-12F5C7B6CDD6}"/>
              </a:ext>
            </a:extLst>
          </p:cNvPr>
          <p:cNvSpPr txBox="1"/>
          <p:nvPr/>
        </p:nvSpPr>
        <p:spPr>
          <a:xfrm>
            <a:off x="690770" y="4839565"/>
            <a:ext cx="51381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This project showcases the potential of combining open datasets, modern data engineering practices, and interactive visualization to facilitate evidence-informed debates on crime and housing intersections in Ireland.</a:t>
            </a:r>
          </a:p>
        </p:txBody>
      </p:sp>
    </p:spTree>
    <p:extLst>
      <p:ext uri="{BB962C8B-B14F-4D97-AF65-F5344CB8AC3E}">
        <p14:creationId xmlns:p14="http://schemas.microsoft.com/office/powerpoint/2010/main" val="237521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323A-C7FF-B651-3867-D02C6F0C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0C5A446-8EDA-640A-EA7F-2FB0A1B173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530" imgH="528" progId="TCLayout.ActiveDocument.1">
                  <p:embed/>
                </p:oleObj>
              </mc:Choice>
              <mc:Fallback>
                <p:oleObj name="Slide do think-cell" r:id="rId3" imgW="530" imgH="5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B2047F-586D-8ECD-54AF-719A8C3D06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D483DBB5-ADBF-6177-8BEA-EA76D8C8D193}"/>
              </a:ext>
            </a:extLst>
          </p:cNvPr>
          <p:cNvSpPr/>
          <p:nvPr/>
        </p:nvSpPr>
        <p:spPr>
          <a:xfrm>
            <a:off x="0" y="6249880"/>
            <a:ext cx="12192000" cy="6081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6D9F229-3398-C6D0-B0E8-CC929810E7A3}"/>
              </a:ext>
            </a:extLst>
          </p:cNvPr>
          <p:cNvSpPr txBox="1"/>
          <p:nvPr/>
        </p:nvSpPr>
        <p:spPr>
          <a:xfrm>
            <a:off x="4819222" y="2600456"/>
            <a:ext cx="2553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/>
              <a:t>THANK YOU</a:t>
            </a:r>
          </a:p>
        </p:txBody>
      </p:sp>
      <p:sp>
        <p:nvSpPr>
          <p:cNvPr id="6" name="Shape 677">
            <a:extLst>
              <a:ext uri="{FF2B5EF4-FFF2-40B4-BE49-F238E27FC236}">
                <a16:creationId xmlns:a16="http://schemas.microsoft.com/office/drawing/2014/main" id="{2ED36960-3B67-5A1E-73A1-B0DF8A014732}"/>
              </a:ext>
            </a:extLst>
          </p:cNvPr>
          <p:cNvSpPr txBox="1">
            <a:spLocks/>
          </p:cNvSpPr>
          <p:nvPr/>
        </p:nvSpPr>
        <p:spPr>
          <a:xfrm>
            <a:off x="11459505" y="6208206"/>
            <a:ext cx="116994" cy="2769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Helvetica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90218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bo de Dados Template PowerPoint" id="{20F2FA3C-3307-4B51-AEF3-5B21AD967C2B}" vid="{9952F2A8-35A9-46A0-BEB1-B94E76BCC3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TM03090430[[fn=Riscas]]</Template>
  <TotalTime>22017</TotalTime>
  <Words>717</Words>
  <Application>Microsoft Office PowerPoint</Application>
  <PresentationFormat>Ecrã Panorâmico</PresentationFormat>
  <Paragraphs>90</Paragraphs>
  <Slides>13</Slides>
  <Notes>0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 Ricardo</dc:creator>
  <cp:lastModifiedBy>Henrique Ricardo</cp:lastModifiedBy>
  <cp:revision>57</cp:revision>
  <dcterms:created xsi:type="dcterms:W3CDTF">2023-03-12T17:04:05Z</dcterms:created>
  <dcterms:modified xsi:type="dcterms:W3CDTF">2025-12-09T16:07:41Z</dcterms:modified>
</cp:coreProperties>
</file>